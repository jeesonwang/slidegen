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heme/theme5.xml" ContentType="application/vnd.openxmlformats-officedocument.them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1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2.xml" ContentType="application/vnd.openxmlformats-officedocument.presentationml.notesSlid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  <p:sldMasterId id="2147483661" r:id="rId3"/>
    <p:sldMasterId id="2147483663" r:id="rId4"/>
  </p:sldMasterIdLst>
  <p:notesMasterIdLst>
    <p:notesMasterId r:id="rId10"/>
  </p:notesMasterIdLst>
  <p:sldIdLst>
    <p:sldId id="262" r:id="rId5"/>
    <p:sldId id="263" r:id="rId6"/>
    <p:sldId id="260" r:id="rId7"/>
    <p:sldId id="261" r:id="rId8"/>
    <p:sldId id="294" r:id="rId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42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image" Target="../media/image1.png"/><Relationship Id="rId2" Type="http://schemas.openxmlformats.org/officeDocument/2006/relationships/tags" Target="../tags/tag10.xml"/><Relationship Id="rId16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35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image" Target="../media/image2.png"/><Relationship Id="rId2" Type="http://schemas.openxmlformats.org/officeDocument/2006/relationships/tags" Target="../tags/tag45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3.png"/><Relationship Id="rId5" Type="http://schemas.openxmlformats.org/officeDocument/2006/relationships/tags" Target="../tags/tag68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image" Target="../media/image1.png"/><Relationship Id="rId2" Type="http://schemas.openxmlformats.org/officeDocument/2006/relationships/tags" Target="../tags/tag74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3" Type="http://schemas.openxmlformats.org/officeDocument/2006/relationships/tags" Target="../tags/tag96.xml"/><Relationship Id="rId7" Type="http://schemas.openxmlformats.org/officeDocument/2006/relationships/tags" Target="../tags/tag100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9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0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4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1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17.xml"/><Relationship Id="rId4" Type="http://schemas.openxmlformats.org/officeDocument/2006/relationships/tags" Target="../tags/tag116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tags" Target="../tags/tag130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17" Type="http://schemas.openxmlformats.org/officeDocument/2006/relationships/image" Target="../media/image4.png"/><Relationship Id="rId2" Type="http://schemas.openxmlformats.org/officeDocument/2006/relationships/tags" Target="../tags/tag119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5" Type="http://schemas.openxmlformats.org/officeDocument/2006/relationships/tags" Target="../tags/tag122.xml"/><Relationship Id="rId15" Type="http://schemas.openxmlformats.org/officeDocument/2006/relationships/tags" Target="../tags/tag132.xml"/><Relationship Id="rId10" Type="http://schemas.openxmlformats.org/officeDocument/2006/relationships/tags" Target="../tags/tag127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tags" Target="../tags/tag1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5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 useBgFill="1">
        <p:nvSpPr>
          <p:cNvPr id="7" name="同侧圆角矩形 6"/>
          <p:cNvSpPr/>
          <p:nvPr userDrawn="1">
            <p:custDataLst>
              <p:tags r:id="rId2"/>
            </p:custDataLst>
          </p:nvPr>
        </p:nvSpPr>
        <p:spPr>
          <a:xfrm>
            <a:off x="261620" y="204470"/>
            <a:ext cx="11668125" cy="6280150"/>
          </a:xfrm>
          <a:prstGeom prst="round2SameRect">
            <a:avLst/>
          </a:prstGeom>
          <a:gradFill>
            <a:gsLst>
              <a:gs pos="1400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820000" scaled="0"/>
          </a:gradFill>
          <a:ln w="412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297295" y="3025775"/>
            <a:ext cx="4765675" cy="901700"/>
          </a:xfrm>
        </p:spPr>
        <p:txBody>
          <a:bodyPr wrap="square" anchor="b">
            <a:norm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892290" y="4518025"/>
            <a:ext cx="4170680" cy="523240"/>
          </a:xfrm>
        </p:spPr>
        <p:txBody>
          <a:bodyPr wrap="square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7477760" y="1715770"/>
            <a:ext cx="3582670" cy="122428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54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17" name="椭圆 16"/>
          <p:cNvSpPr/>
          <p:nvPr userDrawn="1">
            <p:custDataLst>
              <p:tags r:id="rId6"/>
            </p:custDataLst>
          </p:nvPr>
        </p:nvSpPr>
        <p:spPr>
          <a:xfrm>
            <a:off x="1352550" y="661670"/>
            <a:ext cx="139700" cy="13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7"/>
            </p:custDataLst>
          </p:nvPr>
        </p:nvSpPr>
        <p:spPr>
          <a:xfrm>
            <a:off x="1593850" y="661670"/>
            <a:ext cx="139700" cy="13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>
            <p:custDataLst>
              <p:tags r:id="rId8"/>
            </p:custDataLst>
          </p:nvPr>
        </p:nvCxnSpPr>
        <p:spPr>
          <a:xfrm>
            <a:off x="2071370" y="718820"/>
            <a:ext cx="8899525" cy="13970"/>
          </a:xfrm>
          <a:prstGeom prst="line">
            <a:avLst/>
          </a:prstGeom>
          <a:ln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>
            <p:custDataLst>
              <p:tags r:id="rId9"/>
            </p:custDataLst>
          </p:nvPr>
        </p:nvSpPr>
        <p:spPr>
          <a:xfrm rot="4320000">
            <a:off x="1419860" y="1628775"/>
            <a:ext cx="4316095" cy="4316095"/>
          </a:xfrm>
          <a:prstGeom prst="ellipse">
            <a:avLst/>
          </a:prstGeom>
          <a:gradFill>
            <a:gsLst>
              <a:gs pos="45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 userDrawn="1">
            <p:custDataLst>
              <p:tags r:id="rId10"/>
            </p:custDataLst>
          </p:nvPr>
        </p:nvCxnSpPr>
        <p:spPr>
          <a:xfrm>
            <a:off x="8609965" y="4197350"/>
            <a:ext cx="2453005" cy="0"/>
          </a:xfrm>
          <a:prstGeom prst="line">
            <a:avLst/>
          </a:prstGeom>
          <a:ln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14"/>
            </p:custDataLst>
          </p:nvPr>
        </p:nvSpPr>
        <p:spPr>
          <a:xfrm>
            <a:off x="0" y="5969635"/>
            <a:ext cx="12190730" cy="8883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gradFill>
            <a:gsLst>
              <a:gs pos="54000">
                <a:schemeClr val="accent2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9" name="图片 8" descr="发生发顺丰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352550" y="1567815"/>
            <a:ext cx="3923030" cy="4080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"/>
            </p:custDataLst>
          </p:nvPr>
        </p:nvSpPr>
        <p:spPr>
          <a:xfrm>
            <a:off x="635" y="0"/>
            <a:ext cx="12191365" cy="6858000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5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1" name="同侧圆角矩形 20"/>
          <p:cNvSpPr/>
          <p:nvPr userDrawn="1">
            <p:custDataLst>
              <p:tags r:id="rId2"/>
            </p:custDataLst>
          </p:nvPr>
        </p:nvSpPr>
        <p:spPr>
          <a:xfrm>
            <a:off x="261620" y="204470"/>
            <a:ext cx="11668125" cy="6280150"/>
          </a:xfrm>
          <a:prstGeom prst="round2SameRect">
            <a:avLst/>
          </a:prstGeom>
          <a:gradFill>
            <a:gsLst>
              <a:gs pos="1400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820000" scaled="0"/>
          </a:gradFill>
          <a:ln w="412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35380" y="1802765"/>
            <a:ext cx="5091430" cy="2399030"/>
          </a:xfrm>
        </p:spPr>
        <p:txBody>
          <a:bodyPr wrap="square"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742440" y="488315"/>
            <a:ext cx="2483485" cy="50419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5"/>
            </p:custDataLst>
          </p:nvPr>
        </p:nvSpPr>
        <p:spPr>
          <a:xfrm>
            <a:off x="9992995" y="471805"/>
            <a:ext cx="950595" cy="50419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年号</a:t>
            </a:r>
          </a:p>
        </p:txBody>
      </p:sp>
      <p:sp>
        <p:nvSpPr>
          <p:cNvPr id="17" name="椭圆 16"/>
          <p:cNvSpPr/>
          <p:nvPr userDrawn="1">
            <p:custDataLst>
              <p:tags r:id="rId6"/>
            </p:custDataLst>
          </p:nvPr>
        </p:nvSpPr>
        <p:spPr>
          <a:xfrm>
            <a:off x="1133475" y="661670"/>
            <a:ext cx="139700" cy="139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7"/>
            </p:custDataLst>
          </p:nvPr>
        </p:nvSpPr>
        <p:spPr>
          <a:xfrm>
            <a:off x="1374775" y="661670"/>
            <a:ext cx="139700" cy="139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133200" y="4285430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13" name="任意多边形 12"/>
          <p:cNvSpPr/>
          <p:nvPr userDrawn="1">
            <p:custDataLst>
              <p:tags r:id="rId9"/>
            </p:custDataLst>
          </p:nvPr>
        </p:nvSpPr>
        <p:spPr>
          <a:xfrm>
            <a:off x="0" y="5969635"/>
            <a:ext cx="12190730" cy="8883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gradFill>
            <a:gsLst>
              <a:gs pos="54000">
                <a:schemeClr val="accent2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直接连接符 15"/>
          <p:cNvCxnSpPr/>
          <p:nvPr userDrawn="1">
            <p:custDataLst>
              <p:tags r:id="rId13"/>
            </p:custDataLst>
          </p:nvPr>
        </p:nvCxnSpPr>
        <p:spPr>
          <a:xfrm>
            <a:off x="4493895" y="718820"/>
            <a:ext cx="5114925" cy="0"/>
          </a:xfrm>
          <a:prstGeom prst="line">
            <a:avLst/>
          </a:prstGeom>
          <a:ln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椭圆 13"/>
          <p:cNvSpPr/>
          <p:nvPr userDrawn="1">
            <p:custDataLst>
              <p:tags r:id="rId14"/>
            </p:custDataLst>
          </p:nvPr>
        </p:nvSpPr>
        <p:spPr>
          <a:xfrm>
            <a:off x="6995795" y="1484630"/>
            <a:ext cx="4316095" cy="4316095"/>
          </a:xfrm>
          <a:prstGeom prst="ellipse">
            <a:avLst/>
          </a:prstGeom>
          <a:gradFill>
            <a:gsLst>
              <a:gs pos="45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3" name="图片 2" descr="矢量智能对象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558915" y="1743075"/>
            <a:ext cx="5370830" cy="37617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5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 useBgFill="1">
        <p:nvSpPr>
          <p:cNvPr id="21" name="同侧圆角矩形 20"/>
          <p:cNvSpPr/>
          <p:nvPr userDrawn="1">
            <p:custDataLst>
              <p:tags r:id="rId2"/>
            </p:custDataLst>
          </p:nvPr>
        </p:nvSpPr>
        <p:spPr>
          <a:xfrm>
            <a:off x="261620" y="204470"/>
            <a:ext cx="11668125" cy="6652260"/>
          </a:xfrm>
          <a:prstGeom prst="round2SameRect">
            <a:avLst/>
          </a:prstGeom>
          <a:gradFill>
            <a:gsLst>
              <a:gs pos="1400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820000" scaled="0"/>
          </a:gradFill>
          <a:ln w="412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23080" y="730885"/>
            <a:ext cx="3548380" cy="895350"/>
          </a:xfrm>
        </p:spPr>
        <p:txBody>
          <a:bodyPr wrap="square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任意多边形 16"/>
          <p:cNvSpPr/>
          <p:nvPr userDrawn="1">
            <p:custDataLst>
              <p:tags r:id="rId7"/>
            </p:custDataLst>
          </p:nvPr>
        </p:nvSpPr>
        <p:spPr>
          <a:xfrm>
            <a:off x="3175" y="0"/>
            <a:ext cx="1713230" cy="167894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il" t="it" r="ir" b="ib"/>
            <a:pathLst>
              <a:path w="3214" h="3206">
                <a:moveTo>
                  <a:pt x="2687" y="0"/>
                </a:moveTo>
                <a:lnTo>
                  <a:pt x="3170" y="0"/>
                </a:lnTo>
                <a:lnTo>
                  <a:pt x="3172" y="7"/>
                </a:lnTo>
                <a:cubicBezTo>
                  <a:pt x="3199" y="164"/>
                  <a:pt x="3214" y="324"/>
                  <a:pt x="3214" y="489"/>
                </a:cubicBezTo>
                <a:cubicBezTo>
                  <a:pt x="3214" y="1989"/>
                  <a:pt x="1997" y="3206"/>
                  <a:pt x="497" y="3206"/>
                </a:cubicBezTo>
                <a:cubicBezTo>
                  <a:pt x="332" y="3206"/>
                  <a:pt x="172" y="3191"/>
                  <a:pt x="15" y="3164"/>
                </a:cubicBezTo>
                <a:lnTo>
                  <a:pt x="0" y="3161"/>
                </a:lnTo>
                <a:lnTo>
                  <a:pt x="0" y="2659"/>
                </a:lnTo>
                <a:lnTo>
                  <a:pt x="9" y="2661"/>
                </a:lnTo>
                <a:cubicBezTo>
                  <a:pt x="170" y="2698"/>
                  <a:pt x="339" y="2718"/>
                  <a:pt x="512" y="2718"/>
                </a:cubicBezTo>
                <a:cubicBezTo>
                  <a:pt x="1743" y="2718"/>
                  <a:pt x="2741" y="1720"/>
                  <a:pt x="2741" y="489"/>
                </a:cubicBezTo>
                <a:cubicBezTo>
                  <a:pt x="2741" y="335"/>
                  <a:pt x="2725" y="185"/>
                  <a:pt x="2696" y="40"/>
                </a:cubicBezTo>
                <a:lnTo>
                  <a:pt x="2687" y="0"/>
                </a:lnTo>
                <a:close/>
              </a:path>
            </a:pathLst>
          </a:custGeom>
          <a:solidFill>
            <a:schemeClr val="accent1">
              <a:alpha val="24000"/>
            </a:schemeClr>
          </a:solidFill>
        </p:spPr>
        <p:txBody>
          <a:bodyPr vert="horz"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CN" sz="6600" b="1" dirty="0">
              <a:sym typeface="+mn-ea"/>
            </a:endParaRPr>
          </a:p>
        </p:txBody>
      </p:sp>
      <p:pic>
        <p:nvPicPr>
          <p:cNvPr id="4" name="图片 3" descr="fsffsf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877425" y="0"/>
            <a:ext cx="2314575" cy="1565275"/>
          </a:xfrm>
          <a:prstGeom prst="rect">
            <a:avLst/>
          </a:prstGeom>
        </p:spPr>
      </p:pic>
      <p:sp>
        <p:nvSpPr>
          <p:cNvPr id="26" name="任意多边形 25"/>
          <p:cNvSpPr/>
          <p:nvPr userDrawn="1">
            <p:custDataLst>
              <p:tags r:id="rId9"/>
            </p:custDataLst>
          </p:nvPr>
        </p:nvSpPr>
        <p:spPr>
          <a:xfrm>
            <a:off x="0" y="6354445"/>
            <a:ext cx="12190730" cy="5016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-635" y="0"/>
            <a:ext cx="12192635" cy="6858000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5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 useBgFill="1">
        <p:nvSpPr>
          <p:cNvPr id="7" name="同侧圆角矩形 6"/>
          <p:cNvSpPr/>
          <p:nvPr userDrawn="1">
            <p:custDataLst>
              <p:tags r:id="rId2"/>
            </p:custDataLst>
          </p:nvPr>
        </p:nvSpPr>
        <p:spPr>
          <a:xfrm>
            <a:off x="261620" y="204470"/>
            <a:ext cx="11668125" cy="6280150"/>
          </a:xfrm>
          <a:prstGeom prst="round2SameRect">
            <a:avLst/>
          </a:prstGeom>
          <a:gradFill>
            <a:gsLst>
              <a:gs pos="1400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820000" scaled="0"/>
          </a:gradFill>
          <a:ln w="412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297295" y="3025775"/>
            <a:ext cx="4765675" cy="901700"/>
          </a:xfrm>
        </p:spPr>
        <p:txBody>
          <a:bodyPr wrap="square" anchor="b">
            <a:norm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892290" y="4518025"/>
            <a:ext cx="4170680" cy="523240"/>
          </a:xfrm>
        </p:spPr>
        <p:txBody>
          <a:bodyPr wrap="square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7477760" y="1715770"/>
            <a:ext cx="3582670" cy="122428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54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17" name="椭圆 16"/>
          <p:cNvSpPr/>
          <p:nvPr userDrawn="1">
            <p:custDataLst>
              <p:tags r:id="rId6"/>
            </p:custDataLst>
          </p:nvPr>
        </p:nvSpPr>
        <p:spPr>
          <a:xfrm>
            <a:off x="1352550" y="661670"/>
            <a:ext cx="139700" cy="13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7"/>
            </p:custDataLst>
          </p:nvPr>
        </p:nvSpPr>
        <p:spPr>
          <a:xfrm>
            <a:off x="1593850" y="661670"/>
            <a:ext cx="139700" cy="13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>
            <p:custDataLst>
              <p:tags r:id="rId8"/>
            </p:custDataLst>
          </p:nvPr>
        </p:nvCxnSpPr>
        <p:spPr>
          <a:xfrm>
            <a:off x="2071370" y="718820"/>
            <a:ext cx="8899525" cy="13970"/>
          </a:xfrm>
          <a:prstGeom prst="line">
            <a:avLst/>
          </a:prstGeom>
          <a:ln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>
            <p:custDataLst>
              <p:tags r:id="rId9"/>
            </p:custDataLst>
          </p:nvPr>
        </p:nvSpPr>
        <p:spPr>
          <a:xfrm rot="4320000">
            <a:off x="1419860" y="1628775"/>
            <a:ext cx="4316095" cy="4316095"/>
          </a:xfrm>
          <a:prstGeom prst="ellipse">
            <a:avLst/>
          </a:prstGeom>
          <a:gradFill>
            <a:gsLst>
              <a:gs pos="45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 userDrawn="1">
            <p:custDataLst>
              <p:tags r:id="rId10"/>
            </p:custDataLst>
          </p:nvPr>
        </p:nvCxnSpPr>
        <p:spPr>
          <a:xfrm>
            <a:off x="8609965" y="4197350"/>
            <a:ext cx="2453005" cy="0"/>
          </a:xfrm>
          <a:prstGeom prst="line">
            <a:avLst/>
          </a:prstGeom>
          <a:ln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14"/>
            </p:custDataLst>
          </p:nvPr>
        </p:nvSpPr>
        <p:spPr>
          <a:xfrm>
            <a:off x="0" y="5969635"/>
            <a:ext cx="12190730" cy="8883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gradFill>
            <a:gsLst>
              <a:gs pos="54000">
                <a:schemeClr val="accent2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9" name="图片 8" descr="发生发顺丰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352550" y="1567815"/>
            <a:ext cx="3923030" cy="4080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5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 useBgFill="1">
        <p:nvSpPr>
          <p:cNvPr id="9" name="同侧圆角矩形 8"/>
          <p:cNvSpPr/>
          <p:nvPr userDrawn="1">
            <p:custDataLst>
              <p:tags r:id="rId2"/>
            </p:custDataLst>
          </p:nvPr>
        </p:nvSpPr>
        <p:spPr>
          <a:xfrm>
            <a:off x="261620" y="204470"/>
            <a:ext cx="11668125" cy="6280150"/>
          </a:xfrm>
          <a:prstGeom prst="round2SameRect">
            <a:avLst/>
          </a:prstGeom>
          <a:gradFill>
            <a:gsLst>
              <a:gs pos="1400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820000" scaled="0"/>
          </a:gradFill>
          <a:ln w="412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任意多边形 6"/>
          <p:cNvSpPr/>
          <p:nvPr userDrawn="1">
            <p:custDataLst>
              <p:tags r:id="rId3"/>
            </p:custDataLst>
          </p:nvPr>
        </p:nvSpPr>
        <p:spPr>
          <a:xfrm>
            <a:off x="0" y="5969635"/>
            <a:ext cx="12190730" cy="8883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gradFill>
            <a:gsLst>
              <a:gs pos="54000">
                <a:schemeClr val="accent2"/>
              </a:gs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8227658" y="50273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8227422" y="4360360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6179820" y="1674495"/>
            <a:ext cx="4927600" cy="1693545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zh-CN" altLang="en-US" dirty="0">
                <a:sym typeface="+mn-ea"/>
              </a:rPr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6179820" y="3457575"/>
            <a:ext cx="4927600" cy="721360"/>
          </a:xfrm>
        </p:spPr>
        <p:txBody>
          <a:bodyPr wrap="square">
            <a:normAutofit/>
          </a:bodyPr>
          <a:lstStyle>
            <a:lvl1pPr marL="0" indent="0" algn="r">
              <a:lnSpc>
                <a:spcPct val="100000"/>
              </a:lnSpc>
              <a:buNone/>
              <a:defRPr sz="44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编辑副标题</a:t>
            </a:r>
          </a:p>
        </p:txBody>
      </p:sp>
      <p:sp>
        <p:nvSpPr>
          <p:cNvPr id="17" name="椭圆 16"/>
          <p:cNvSpPr/>
          <p:nvPr userDrawn="1">
            <p:custDataLst>
              <p:tags r:id="rId8"/>
            </p:custDataLst>
          </p:nvPr>
        </p:nvSpPr>
        <p:spPr>
          <a:xfrm>
            <a:off x="1133475" y="661670"/>
            <a:ext cx="139700" cy="13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9"/>
            </p:custDataLst>
          </p:nvPr>
        </p:nvSpPr>
        <p:spPr>
          <a:xfrm>
            <a:off x="1374775" y="661670"/>
            <a:ext cx="139700" cy="13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>
            <p:custDataLst>
              <p:tags r:id="rId10"/>
            </p:custDataLst>
          </p:nvPr>
        </p:nvSpPr>
        <p:spPr>
          <a:xfrm>
            <a:off x="1114425" y="1048385"/>
            <a:ext cx="4713605" cy="4713605"/>
          </a:xfrm>
          <a:prstGeom prst="ellipse">
            <a:avLst/>
          </a:prstGeom>
          <a:gradFill>
            <a:gsLst>
              <a:gs pos="45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 descr="大大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61620" y="1557655"/>
            <a:ext cx="4985385" cy="3662680"/>
          </a:xfrm>
          <a:prstGeom prst="rect">
            <a:avLst/>
          </a:prstGeom>
        </p:spPr>
      </p:pic>
      <p:cxnSp>
        <p:nvCxnSpPr>
          <p:cNvPr id="16" name="直接连接符 15"/>
          <p:cNvCxnSpPr/>
          <p:nvPr userDrawn="1">
            <p:custDataLst>
              <p:tags r:id="rId15"/>
            </p:custDataLst>
          </p:nvPr>
        </p:nvCxnSpPr>
        <p:spPr>
          <a:xfrm>
            <a:off x="2193290" y="718820"/>
            <a:ext cx="5114925" cy="0"/>
          </a:xfrm>
          <a:prstGeom prst="line">
            <a:avLst/>
          </a:prstGeom>
          <a:ln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ags" Target="../tags/tag1.xml"/><Relationship Id="rId7" Type="http://schemas.openxmlformats.org/officeDocument/2006/relationships/tags" Target="../tags/tag5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10" Type="http://schemas.openxmlformats.org/officeDocument/2006/relationships/tags" Target="../tags/tag8.xml"/><Relationship Id="rId4" Type="http://schemas.openxmlformats.org/officeDocument/2006/relationships/tags" Target="../tags/tag2.xml"/><Relationship Id="rId9" Type="http://schemas.openxmlformats.org/officeDocument/2006/relationships/tags" Target="../tags/tag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36.xml"/><Relationship Id="rId18" Type="http://schemas.openxmlformats.org/officeDocument/2006/relationships/tags" Target="../tags/tag41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4.xml"/><Relationship Id="rId17" Type="http://schemas.openxmlformats.org/officeDocument/2006/relationships/tags" Target="../tags/tag40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9.xml"/><Relationship Id="rId20" Type="http://schemas.openxmlformats.org/officeDocument/2006/relationships/tags" Target="../tags/tag4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38.xml"/><Relationship Id="rId10" Type="http://schemas.openxmlformats.org/officeDocument/2006/relationships/slideLayout" Target="../slideLayouts/slideLayout22.xml"/><Relationship Id="rId19" Type="http://schemas.openxmlformats.org/officeDocument/2006/relationships/tags" Target="../tags/tag4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3810" y="0"/>
            <a:ext cx="12188190" cy="6858000"/>
          </a:xfrm>
          <a:prstGeom prst="rect">
            <a:avLst/>
          </a:prstGeom>
          <a:gradFill>
            <a:gsLst>
              <a:gs pos="1400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820000" scaled="0"/>
          </a:gradFill>
          <a:ln w="412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4"/>
            </p:custDataLst>
          </p:nvPr>
        </p:nvSpPr>
        <p:spPr>
          <a:xfrm>
            <a:off x="0" y="6354445"/>
            <a:ext cx="12190730" cy="5016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3810" y="0"/>
            <a:ext cx="12188190" cy="6858000"/>
          </a:xfrm>
          <a:prstGeom prst="rect">
            <a:avLst/>
          </a:prstGeom>
          <a:gradFill>
            <a:gsLst>
              <a:gs pos="1400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820000" scaled="0"/>
          </a:gradFill>
          <a:ln w="412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4"/>
            </p:custDataLst>
          </p:nvPr>
        </p:nvSpPr>
        <p:spPr>
          <a:xfrm>
            <a:off x="0" y="6354445"/>
            <a:ext cx="12190730" cy="5016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3"/>
            </p:custDataLst>
          </p:nvPr>
        </p:nvSpPr>
        <p:spPr>
          <a:xfrm>
            <a:off x="3810" y="0"/>
            <a:ext cx="12188190" cy="6858000"/>
          </a:xfrm>
          <a:prstGeom prst="rect">
            <a:avLst/>
          </a:prstGeom>
          <a:gradFill>
            <a:gsLst>
              <a:gs pos="14000">
                <a:schemeClr val="bg2">
                  <a:lumMod val="90000"/>
                  <a:lumOff val="10000"/>
                </a:schemeClr>
              </a:gs>
              <a:gs pos="100000">
                <a:schemeClr val="bg2"/>
              </a:gs>
            </a:gsLst>
            <a:lin ang="5820000" scaled="0"/>
          </a:gradFill>
          <a:ln w="412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14"/>
            </p:custDataLst>
          </p:nvPr>
        </p:nvSpPr>
        <p:spPr>
          <a:xfrm>
            <a:off x="0" y="6354445"/>
            <a:ext cx="12190730" cy="50165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545">
                <a:moveTo>
                  <a:pt x="18987" y="0"/>
                </a:moveTo>
                <a:lnTo>
                  <a:pt x="18987" y="545"/>
                </a:lnTo>
                <a:lnTo>
                  <a:pt x="0" y="545"/>
                </a:lnTo>
                <a:lnTo>
                  <a:pt x="0" y="25"/>
                </a:lnTo>
                <a:lnTo>
                  <a:pt x="47" y="29"/>
                </a:lnTo>
                <a:cubicBezTo>
                  <a:pt x="2109" y="173"/>
                  <a:pt x="5496" y="267"/>
                  <a:pt x="9325" y="267"/>
                </a:cubicBezTo>
                <a:cubicBezTo>
                  <a:pt x="13399" y="267"/>
                  <a:pt x="16973" y="161"/>
                  <a:pt x="18982" y="0"/>
                </a:cubicBezTo>
                <a:lnTo>
                  <a:pt x="189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37.xml"/><Relationship Id="rId4" Type="http://schemas.openxmlformats.org/officeDocument/2006/relationships/tags" Target="../tags/tag13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tags" Target="../tags/tag150.xml"/><Relationship Id="rId18" Type="http://schemas.openxmlformats.org/officeDocument/2006/relationships/tags" Target="../tags/tag155.xml"/><Relationship Id="rId3" Type="http://schemas.openxmlformats.org/officeDocument/2006/relationships/tags" Target="../tags/tag140.xml"/><Relationship Id="rId21" Type="http://schemas.openxmlformats.org/officeDocument/2006/relationships/tags" Target="../tags/tag158.xml"/><Relationship Id="rId7" Type="http://schemas.openxmlformats.org/officeDocument/2006/relationships/tags" Target="../tags/tag144.xml"/><Relationship Id="rId12" Type="http://schemas.openxmlformats.org/officeDocument/2006/relationships/tags" Target="../tags/tag149.xml"/><Relationship Id="rId17" Type="http://schemas.openxmlformats.org/officeDocument/2006/relationships/tags" Target="../tags/tag154.xml"/><Relationship Id="rId2" Type="http://schemas.openxmlformats.org/officeDocument/2006/relationships/tags" Target="../tags/tag139.xml"/><Relationship Id="rId16" Type="http://schemas.openxmlformats.org/officeDocument/2006/relationships/tags" Target="../tags/tag153.xml"/><Relationship Id="rId20" Type="http://schemas.openxmlformats.org/officeDocument/2006/relationships/tags" Target="../tags/tag157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5" Type="http://schemas.openxmlformats.org/officeDocument/2006/relationships/tags" Target="../tags/tag142.xml"/><Relationship Id="rId15" Type="http://schemas.openxmlformats.org/officeDocument/2006/relationships/tags" Target="../tags/tag152.xml"/><Relationship Id="rId23" Type="http://schemas.openxmlformats.org/officeDocument/2006/relationships/notesSlide" Target="../notesSlides/notesSlide2.xml"/><Relationship Id="rId10" Type="http://schemas.openxmlformats.org/officeDocument/2006/relationships/tags" Target="../tags/tag147.xml"/><Relationship Id="rId19" Type="http://schemas.openxmlformats.org/officeDocument/2006/relationships/tags" Target="../tags/tag156.xml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tags" Target="../tags/tag151.xml"/><Relationship Id="rId22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6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公司名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xxx</a:t>
            </a:r>
            <a:r>
              <a:rPr lang="zh-CN" altLang="en-US" dirty="0"/>
              <a:t>有限公司</a:t>
            </a:r>
          </a:p>
        </p:txBody>
      </p:sp>
      <p:sp>
        <p:nvSpPr>
          <p:cNvPr id="8" name="年份"/>
          <p:cNvSpPr>
            <a:spLocks noGrp="1"/>
          </p:cNvSpPr>
          <p:nvPr>
            <p:ph type="body" sz="quarter" idx="1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zh-CN"/>
              <a:t>20XX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汇报人：</a:t>
            </a:r>
            <a:r>
              <a:rPr lang="en-US" altLang="zh-CN" dirty="0"/>
              <a:t>W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28" name="圆角矩形 27"/>
          <p:cNvSpPr/>
          <p:nvPr>
            <p:custDataLst>
              <p:tags r:id="rId3"/>
            </p:custDataLst>
          </p:nvPr>
        </p:nvSpPr>
        <p:spPr>
          <a:xfrm>
            <a:off x="518435" y="2393950"/>
            <a:ext cx="1767109" cy="3259455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5" name="圆角矩形 34"/>
          <p:cNvSpPr/>
          <p:nvPr>
            <p:custDataLst>
              <p:tags r:id="rId4"/>
            </p:custDataLst>
          </p:nvPr>
        </p:nvSpPr>
        <p:spPr>
          <a:xfrm>
            <a:off x="987989" y="2819400"/>
            <a:ext cx="828000" cy="828000"/>
          </a:xfrm>
          <a:prstGeom prst="ellipse">
            <a:avLst/>
          </a:prstGeom>
          <a:gradFill>
            <a:gsLst>
              <a:gs pos="0">
                <a:schemeClr val="accent1">
                  <a:lumMod val="25000"/>
                  <a:alpha val="40000"/>
                </a:schemeClr>
              </a:gs>
              <a:gs pos="100000">
                <a:schemeClr val="accent1">
                  <a:lumMod val="25000"/>
                  <a:alpha val="40000"/>
                </a:schemeClr>
              </a:gs>
            </a:gsLst>
            <a:lin ang="5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3200" b="1" dirty="0">
                <a:solidFill>
                  <a:srgbClr val="FFFFFF"/>
                </a:solidFill>
                <a:ea typeface="+mj-ea"/>
                <a:cs typeface="+mn-lt"/>
                <a:sym typeface="+mn-ea"/>
              </a:rPr>
              <a:t>01</a:t>
            </a:r>
          </a:p>
        </p:txBody>
      </p:sp>
      <p:sp>
        <p:nvSpPr>
          <p:cNvPr id="2" name="项标题"/>
          <p:cNvSpPr txBox="1"/>
          <p:nvPr>
            <p:custDataLst>
              <p:tags r:id="rId5"/>
            </p:custDataLst>
          </p:nvPr>
        </p:nvSpPr>
        <p:spPr>
          <a:xfrm>
            <a:off x="587680" y="4081002"/>
            <a:ext cx="1628618" cy="1000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spc="300" dirty="0">
                <a:solidFill>
                  <a:srgbClr val="FFFFFF"/>
                </a:solidFill>
                <a:latin typeface="+mn-ea"/>
              </a:rPr>
              <a:t>简介</a:t>
            </a:r>
          </a:p>
        </p:txBody>
      </p:sp>
      <p:sp>
        <p:nvSpPr>
          <p:cNvPr id="54" name="圆角矩形 27"/>
          <p:cNvSpPr/>
          <p:nvPr>
            <p:custDataLst>
              <p:tags r:id="rId6"/>
            </p:custDataLst>
          </p:nvPr>
        </p:nvSpPr>
        <p:spPr>
          <a:xfrm>
            <a:off x="2396674" y="2393950"/>
            <a:ext cx="1767109" cy="3259455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圆角矩形 34"/>
          <p:cNvSpPr/>
          <p:nvPr>
            <p:custDataLst>
              <p:tags r:id="rId7"/>
            </p:custDataLst>
          </p:nvPr>
        </p:nvSpPr>
        <p:spPr>
          <a:xfrm>
            <a:off x="2866228" y="2819400"/>
            <a:ext cx="828000" cy="828000"/>
          </a:xfrm>
          <a:prstGeom prst="ellipse">
            <a:avLst/>
          </a:prstGeom>
          <a:gradFill>
            <a:gsLst>
              <a:gs pos="0">
                <a:schemeClr val="accent1">
                  <a:lumMod val="25000"/>
                  <a:alpha val="40000"/>
                </a:schemeClr>
              </a:gs>
              <a:gs pos="100000">
                <a:schemeClr val="accent1">
                  <a:lumMod val="25000"/>
                  <a:alpha val="40000"/>
                </a:schemeClr>
              </a:gs>
            </a:gsLst>
            <a:lin ang="5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3200" b="1" dirty="0">
                <a:solidFill>
                  <a:srgbClr val="FFFFFF"/>
                </a:solidFill>
                <a:ea typeface="+mj-ea"/>
                <a:cs typeface="+mn-lt"/>
                <a:sym typeface="+mn-ea"/>
              </a:rPr>
              <a:t>02</a:t>
            </a:r>
          </a:p>
        </p:txBody>
      </p:sp>
      <p:sp>
        <p:nvSpPr>
          <p:cNvPr id="56" name="项标题"/>
          <p:cNvSpPr txBox="1"/>
          <p:nvPr>
            <p:custDataLst>
              <p:tags r:id="rId8"/>
            </p:custDataLst>
          </p:nvPr>
        </p:nvSpPr>
        <p:spPr>
          <a:xfrm>
            <a:off x="2465919" y="4081002"/>
            <a:ext cx="1628618" cy="1000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spc="300" dirty="0">
                <a:solidFill>
                  <a:srgbClr val="FFFFFF"/>
                </a:solidFill>
                <a:latin typeface="+mn-ea"/>
              </a:rPr>
              <a:t>发展现状</a:t>
            </a:r>
          </a:p>
        </p:txBody>
      </p:sp>
      <p:sp>
        <p:nvSpPr>
          <p:cNvPr id="58" name="圆角矩形 27"/>
          <p:cNvSpPr/>
          <p:nvPr>
            <p:custDataLst>
              <p:tags r:id="rId9"/>
            </p:custDataLst>
          </p:nvPr>
        </p:nvSpPr>
        <p:spPr>
          <a:xfrm>
            <a:off x="4274913" y="2393950"/>
            <a:ext cx="1767109" cy="3259455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9" name="圆角矩形 34"/>
          <p:cNvSpPr/>
          <p:nvPr>
            <p:custDataLst>
              <p:tags r:id="rId10"/>
            </p:custDataLst>
          </p:nvPr>
        </p:nvSpPr>
        <p:spPr>
          <a:xfrm>
            <a:off x="4744467" y="2819400"/>
            <a:ext cx="828000" cy="828000"/>
          </a:xfrm>
          <a:prstGeom prst="ellipse">
            <a:avLst/>
          </a:prstGeom>
          <a:gradFill>
            <a:gsLst>
              <a:gs pos="0">
                <a:schemeClr val="accent1">
                  <a:lumMod val="25000"/>
                  <a:alpha val="40000"/>
                </a:schemeClr>
              </a:gs>
              <a:gs pos="100000">
                <a:schemeClr val="accent1">
                  <a:lumMod val="25000"/>
                  <a:alpha val="40000"/>
                </a:schemeClr>
              </a:gs>
            </a:gsLst>
            <a:lin ang="5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3200" b="1" dirty="0">
                <a:solidFill>
                  <a:srgbClr val="FFFFFF"/>
                </a:solidFill>
                <a:ea typeface="+mj-ea"/>
                <a:cs typeface="+mn-lt"/>
                <a:sym typeface="+mn-ea"/>
              </a:rPr>
              <a:t>03</a:t>
            </a:r>
          </a:p>
        </p:txBody>
      </p:sp>
      <p:sp>
        <p:nvSpPr>
          <p:cNvPr id="60" name="项标题"/>
          <p:cNvSpPr txBox="1"/>
          <p:nvPr>
            <p:custDataLst>
              <p:tags r:id="rId11"/>
            </p:custDataLst>
          </p:nvPr>
        </p:nvSpPr>
        <p:spPr>
          <a:xfrm>
            <a:off x="4344158" y="4081002"/>
            <a:ext cx="1628618" cy="1000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zh-CN" altLang="en-US" b="1" spc="3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2" name="圆角矩形 27"/>
          <p:cNvSpPr/>
          <p:nvPr>
            <p:custDataLst>
              <p:tags r:id="rId12"/>
            </p:custDataLst>
          </p:nvPr>
        </p:nvSpPr>
        <p:spPr>
          <a:xfrm>
            <a:off x="6153152" y="2393950"/>
            <a:ext cx="1767109" cy="3259455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3" name="圆角矩形 34"/>
          <p:cNvSpPr/>
          <p:nvPr>
            <p:custDataLst>
              <p:tags r:id="rId13"/>
            </p:custDataLst>
          </p:nvPr>
        </p:nvSpPr>
        <p:spPr>
          <a:xfrm>
            <a:off x="6622706" y="2819400"/>
            <a:ext cx="828000" cy="828000"/>
          </a:xfrm>
          <a:prstGeom prst="ellipse">
            <a:avLst/>
          </a:prstGeom>
          <a:gradFill>
            <a:gsLst>
              <a:gs pos="0">
                <a:schemeClr val="accent1">
                  <a:lumMod val="25000"/>
                  <a:alpha val="40000"/>
                </a:schemeClr>
              </a:gs>
              <a:gs pos="100000">
                <a:schemeClr val="accent1">
                  <a:lumMod val="25000"/>
                  <a:alpha val="40000"/>
                </a:schemeClr>
              </a:gs>
            </a:gsLst>
            <a:lin ang="5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3200" b="1" dirty="0">
                <a:solidFill>
                  <a:srgbClr val="FFFFFF"/>
                </a:solidFill>
                <a:ea typeface="+mj-ea"/>
                <a:cs typeface="+mn-lt"/>
                <a:sym typeface="+mn-ea"/>
              </a:rPr>
              <a:t>04</a:t>
            </a:r>
          </a:p>
        </p:txBody>
      </p:sp>
      <p:sp>
        <p:nvSpPr>
          <p:cNvPr id="64" name="项标题"/>
          <p:cNvSpPr txBox="1"/>
          <p:nvPr>
            <p:custDataLst>
              <p:tags r:id="rId14"/>
            </p:custDataLst>
          </p:nvPr>
        </p:nvSpPr>
        <p:spPr>
          <a:xfrm>
            <a:off x="6222397" y="4081002"/>
            <a:ext cx="1628618" cy="1000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zh-CN" altLang="en-US" b="1" spc="3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6" name="圆角矩形 27"/>
          <p:cNvSpPr/>
          <p:nvPr>
            <p:custDataLst>
              <p:tags r:id="rId15"/>
            </p:custDataLst>
          </p:nvPr>
        </p:nvSpPr>
        <p:spPr>
          <a:xfrm>
            <a:off x="8031391" y="2393950"/>
            <a:ext cx="1767109" cy="3259455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7" name="圆角矩形 34"/>
          <p:cNvSpPr/>
          <p:nvPr>
            <p:custDataLst>
              <p:tags r:id="rId16"/>
            </p:custDataLst>
          </p:nvPr>
        </p:nvSpPr>
        <p:spPr>
          <a:xfrm>
            <a:off x="8500945" y="2819400"/>
            <a:ext cx="828000" cy="828000"/>
          </a:xfrm>
          <a:prstGeom prst="ellipse">
            <a:avLst/>
          </a:prstGeom>
          <a:gradFill>
            <a:gsLst>
              <a:gs pos="0">
                <a:schemeClr val="accent1">
                  <a:lumMod val="25000"/>
                  <a:alpha val="40000"/>
                </a:schemeClr>
              </a:gs>
              <a:gs pos="100000">
                <a:schemeClr val="accent1">
                  <a:lumMod val="25000"/>
                  <a:alpha val="40000"/>
                </a:schemeClr>
              </a:gs>
            </a:gsLst>
            <a:lin ang="5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3200" b="1" dirty="0">
                <a:solidFill>
                  <a:srgbClr val="FFFFFF"/>
                </a:solidFill>
                <a:ea typeface="+mj-ea"/>
                <a:cs typeface="+mn-lt"/>
                <a:sym typeface="+mn-ea"/>
              </a:rPr>
              <a:t>05</a:t>
            </a:r>
          </a:p>
        </p:txBody>
      </p:sp>
      <p:sp>
        <p:nvSpPr>
          <p:cNvPr id="68" name="项标题"/>
          <p:cNvSpPr txBox="1"/>
          <p:nvPr>
            <p:custDataLst>
              <p:tags r:id="rId17"/>
            </p:custDataLst>
          </p:nvPr>
        </p:nvSpPr>
        <p:spPr>
          <a:xfrm>
            <a:off x="8100636" y="4081002"/>
            <a:ext cx="1628618" cy="1000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zh-CN" altLang="en-US" b="1" spc="3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0" name="圆角矩形 27"/>
          <p:cNvSpPr/>
          <p:nvPr>
            <p:custDataLst>
              <p:tags r:id="rId18"/>
            </p:custDataLst>
          </p:nvPr>
        </p:nvSpPr>
        <p:spPr>
          <a:xfrm>
            <a:off x="9909632" y="2393950"/>
            <a:ext cx="1767109" cy="3259455"/>
          </a:xfrm>
          <a:prstGeom prst="roundRect">
            <a:avLst/>
          </a:prstGeom>
          <a:solidFill>
            <a:schemeClr val="accent1">
              <a:alpha val="7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1" name="圆角矩形 34"/>
          <p:cNvSpPr/>
          <p:nvPr>
            <p:custDataLst>
              <p:tags r:id="rId19"/>
            </p:custDataLst>
          </p:nvPr>
        </p:nvSpPr>
        <p:spPr>
          <a:xfrm>
            <a:off x="10379186" y="2819400"/>
            <a:ext cx="828000" cy="828000"/>
          </a:xfrm>
          <a:prstGeom prst="ellipse">
            <a:avLst/>
          </a:prstGeom>
          <a:gradFill>
            <a:gsLst>
              <a:gs pos="0">
                <a:schemeClr val="accent1">
                  <a:lumMod val="25000"/>
                  <a:alpha val="40000"/>
                </a:schemeClr>
              </a:gs>
              <a:gs pos="100000">
                <a:schemeClr val="accent1">
                  <a:lumMod val="25000"/>
                  <a:alpha val="40000"/>
                </a:schemeClr>
              </a:gs>
            </a:gsLst>
            <a:lin ang="5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3200" b="1" dirty="0">
                <a:solidFill>
                  <a:srgbClr val="FFFFFF"/>
                </a:solidFill>
                <a:ea typeface="+mj-ea"/>
                <a:cs typeface="+mn-lt"/>
                <a:sym typeface="+mn-ea"/>
              </a:rPr>
              <a:t>06</a:t>
            </a:r>
          </a:p>
        </p:txBody>
      </p:sp>
      <p:sp>
        <p:nvSpPr>
          <p:cNvPr id="72" name="项标题"/>
          <p:cNvSpPr txBox="1"/>
          <p:nvPr>
            <p:custDataLst>
              <p:tags r:id="rId20"/>
            </p:custDataLst>
          </p:nvPr>
        </p:nvSpPr>
        <p:spPr>
          <a:xfrm>
            <a:off x="9978877" y="4081002"/>
            <a:ext cx="1628618" cy="1000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spc="300" dirty="0">
                <a:solidFill>
                  <a:srgbClr val="FFFFFF"/>
                </a:solidFill>
                <a:latin typeface="+mn-ea"/>
              </a:rPr>
              <a:t>未来展望</a:t>
            </a:r>
          </a:p>
        </p:txBody>
      </p:sp>
      <p:sp>
        <p:nvSpPr>
          <p:cNvPr id="73" name="任意多边形: 形状 11"/>
          <p:cNvSpPr/>
          <p:nvPr>
            <p:custDataLst>
              <p:tags r:id="rId21"/>
            </p:custDataLst>
          </p:nvPr>
        </p:nvSpPr>
        <p:spPr>
          <a:xfrm>
            <a:off x="3903980" y="1134745"/>
            <a:ext cx="4387850" cy="615315"/>
          </a:xfrm>
          <a:custGeom>
            <a:avLst/>
            <a:gdLst/>
            <a:ahLst/>
            <a:cxnLst/>
            <a:rect l="l" t="t" r="r" b="b"/>
            <a:pathLst>
              <a:path w="4207743" h="596057">
                <a:moveTo>
                  <a:pt x="789087" y="106413"/>
                </a:moveTo>
                <a:cubicBezTo>
                  <a:pt x="740966" y="106413"/>
                  <a:pt x="703077" y="124272"/>
                  <a:pt x="675419" y="159991"/>
                </a:cubicBezTo>
                <a:cubicBezTo>
                  <a:pt x="647762" y="195709"/>
                  <a:pt x="633933" y="241970"/>
                  <a:pt x="633933" y="298773"/>
                </a:cubicBezTo>
                <a:cubicBezTo>
                  <a:pt x="633933" y="354831"/>
                  <a:pt x="647452" y="400658"/>
                  <a:pt x="674489" y="436253"/>
                </a:cubicBezTo>
                <a:cubicBezTo>
                  <a:pt x="701526" y="471848"/>
                  <a:pt x="738609" y="489645"/>
                  <a:pt x="785738" y="489645"/>
                </a:cubicBezTo>
                <a:cubicBezTo>
                  <a:pt x="833859" y="489645"/>
                  <a:pt x="871314" y="472592"/>
                  <a:pt x="898103" y="438485"/>
                </a:cubicBezTo>
                <a:cubicBezTo>
                  <a:pt x="924893" y="404379"/>
                  <a:pt x="938287" y="358552"/>
                  <a:pt x="938287" y="301005"/>
                </a:cubicBezTo>
                <a:cubicBezTo>
                  <a:pt x="938287" y="240978"/>
                  <a:pt x="925264" y="193539"/>
                  <a:pt x="899220" y="158688"/>
                </a:cubicBezTo>
                <a:cubicBezTo>
                  <a:pt x="873175" y="123838"/>
                  <a:pt x="836464" y="106413"/>
                  <a:pt x="789087" y="106413"/>
                </a:cubicBezTo>
                <a:close/>
                <a:moveTo>
                  <a:pt x="3315891" y="9674"/>
                </a:moveTo>
                <a:lnTo>
                  <a:pt x="3767584" y="9674"/>
                </a:lnTo>
                <a:lnTo>
                  <a:pt x="3767584" y="110133"/>
                </a:lnTo>
                <a:lnTo>
                  <a:pt x="3603129" y="110133"/>
                </a:lnTo>
                <a:lnTo>
                  <a:pt x="3603129" y="586011"/>
                </a:lnTo>
                <a:lnTo>
                  <a:pt x="3479974" y="586011"/>
                </a:lnTo>
                <a:lnTo>
                  <a:pt x="3479974" y="110133"/>
                </a:lnTo>
                <a:lnTo>
                  <a:pt x="3315891" y="110133"/>
                </a:lnTo>
                <a:close/>
                <a:moveTo>
                  <a:pt x="2722141" y="9674"/>
                </a:moveTo>
                <a:lnTo>
                  <a:pt x="2856086" y="9674"/>
                </a:lnTo>
                <a:lnTo>
                  <a:pt x="3091234" y="372071"/>
                </a:lnTo>
                <a:cubicBezTo>
                  <a:pt x="3106861" y="396131"/>
                  <a:pt x="3116411" y="411386"/>
                  <a:pt x="3119884" y="417835"/>
                </a:cubicBezTo>
                <a:lnTo>
                  <a:pt x="3121744" y="417835"/>
                </a:lnTo>
                <a:cubicBezTo>
                  <a:pt x="3119264" y="403945"/>
                  <a:pt x="3118024" y="377404"/>
                  <a:pt x="3118024" y="338212"/>
                </a:cubicBezTo>
                <a:lnTo>
                  <a:pt x="3118024" y="9674"/>
                </a:lnTo>
                <a:lnTo>
                  <a:pt x="3234482" y="9674"/>
                </a:lnTo>
                <a:lnTo>
                  <a:pt x="3234482" y="586011"/>
                </a:lnTo>
                <a:lnTo>
                  <a:pt x="3108722" y="586011"/>
                </a:lnTo>
                <a:lnTo>
                  <a:pt x="2864644" y="213197"/>
                </a:lnTo>
                <a:cubicBezTo>
                  <a:pt x="2851993" y="193849"/>
                  <a:pt x="2842815" y="178222"/>
                  <a:pt x="2837110" y="166316"/>
                </a:cubicBezTo>
                <a:lnTo>
                  <a:pt x="2835250" y="166316"/>
                </a:lnTo>
                <a:cubicBezTo>
                  <a:pt x="2837483" y="186160"/>
                  <a:pt x="2838599" y="216793"/>
                  <a:pt x="2838599" y="258217"/>
                </a:cubicBezTo>
                <a:lnTo>
                  <a:pt x="2838599" y="586011"/>
                </a:lnTo>
                <a:lnTo>
                  <a:pt x="2722141" y="586011"/>
                </a:lnTo>
                <a:close/>
                <a:moveTo>
                  <a:pt x="2283991" y="9674"/>
                </a:moveTo>
                <a:lnTo>
                  <a:pt x="2611785" y="9674"/>
                </a:lnTo>
                <a:lnTo>
                  <a:pt x="2611785" y="110133"/>
                </a:lnTo>
                <a:lnTo>
                  <a:pt x="2406774" y="110133"/>
                </a:lnTo>
                <a:lnTo>
                  <a:pt x="2406774" y="245939"/>
                </a:lnTo>
                <a:lnTo>
                  <a:pt x="2597274" y="245939"/>
                </a:lnTo>
                <a:lnTo>
                  <a:pt x="2597274" y="346026"/>
                </a:lnTo>
                <a:lnTo>
                  <a:pt x="2406774" y="346026"/>
                </a:lnTo>
                <a:lnTo>
                  <a:pt x="2406774" y="485552"/>
                </a:lnTo>
                <a:lnTo>
                  <a:pt x="2625179" y="485552"/>
                </a:lnTo>
                <a:lnTo>
                  <a:pt x="2625179" y="586011"/>
                </a:lnTo>
                <a:lnTo>
                  <a:pt x="2283991" y="586011"/>
                </a:lnTo>
                <a:close/>
                <a:moveTo>
                  <a:pt x="1753791" y="9674"/>
                </a:moveTo>
                <a:lnTo>
                  <a:pt x="2205484" y="9674"/>
                </a:lnTo>
                <a:lnTo>
                  <a:pt x="2205484" y="110133"/>
                </a:lnTo>
                <a:lnTo>
                  <a:pt x="2041029" y="110133"/>
                </a:lnTo>
                <a:lnTo>
                  <a:pt x="2041029" y="586011"/>
                </a:lnTo>
                <a:lnTo>
                  <a:pt x="1917874" y="586011"/>
                </a:lnTo>
                <a:lnTo>
                  <a:pt x="1917874" y="110133"/>
                </a:lnTo>
                <a:lnTo>
                  <a:pt x="1753791" y="110133"/>
                </a:lnTo>
                <a:close/>
                <a:moveTo>
                  <a:pt x="1160041" y="9674"/>
                </a:moveTo>
                <a:lnTo>
                  <a:pt x="1293986" y="9674"/>
                </a:lnTo>
                <a:lnTo>
                  <a:pt x="1529135" y="372071"/>
                </a:lnTo>
                <a:cubicBezTo>
                  <a:pt x="1544761" y="396131"/>
                  <a:pt x="1554311" y="411386"/>
                  <a:pt x="1557784" y="417835"/>
                </a:cubicBezTo>
                <a:lnTo>
                  <a:pt x="1559644" y="417835"/>
                </a:lnTo>
                <a:cubicBezTo>
                  <a:pt x="1557164" y="403945"/>
                  <a:pt x="1555924" y="377404"/>
                  <a:pt x="1555924" y="338212"/>
                </a:cubicBezTo>
                <a:lnTo>
                  <a:pt x="1555924" y="9674"/>
                </a:lnTo>
                <a:lnTo>
                  <a:pt x="1672382" y="9674"/>
                </a:lnTo>
                <a:lnTo>
                  <a:pt x="1672382" y="586011"/>
                </a:lnTo>
                <a:lnTo>
                  <a:pt x="1546622" y="586011"/>
                </a:lnTo>
                <a:lnTo>
                  <a:pt x="1302544" y="213197"/>
                </a:lnTo>
                <a:cubicBezTo>
                  <a:pt x="1289893" y="193849"/>
                  <a:pt x="1280716" y="178222"/>
                  <a:pt x="1275011" y="166316"/>
                </a:cubicBezTo>
                <a:lnTo>
                  <a:pt x="1273150" y="166316"/>
                </a:lnTo>
                <a:cubicBezTo>
                  <a:pt x="1275383" y="186160"/>
                  <a:pt x="1276499" y="216793"/>
                  <a:pt x="1276499" y="258217"/>
                </a:cubicBezTo>
                <a:lnTo>
                  <a:pt x="1276499" y="586011"/>
                </a:lnTo>
                <a:lnTo>
                  <a:pt x="1160041" y="586011"/>
                </a:lnTo>
                <a:close/>
                <a:moveTo>
                  <a:pt x="4040683" y="0"/>
                </a:moveTo>
                <a:cubicBezTo>
                  <a:pt x="4096990" y="0"/>
                  <a:pt x="4144243" y="7318"/>
                  <a:pt x="4182442" y="21953"/>
                </a:cubicBezTo>
                <a:lnTo>
                  <a:pt x="4182442" y="137294"/>
                </a:lnTo>
                <a:cubicBezTo>
                  <a:pt x="4143747" y="111001"/>
                  <a:pt x="4098478" y="97855"/>
                  <a:pt x="4046637" y="97855"/>
                </a:cubicBezTo>
                <a:cubicBezTo>
                  <a:pt x="4016375" y="97855"/>
                  <a:pt x="3992191" y="103374"/>
                  <a:pt x="3974083" y="114412"/>
                </a:cubicBezTo>
                <a:cubicBezTo>
                  <a:pt x="3955975" y="125450"/>
                  <a:pt x="3946922" y="140271"/>
                  <a:pt x="3946922" y="158874"/>
                </a:cubicBezTo>
                <a:cubicBezTo>
                  <a:pt x="3946922" y="173757"/>
                  <a:pt x="3953123" y="187462"/>
                  <a:pt x="3965525" y="199988"/>
                </a:cubicBezTo>
                <a:cubicBezTo>
                  <a:pt x="3977927" y="212515"/>
                  <a:pt x="4008562" y="229444"/>
                  <a:pt x="4057427" y="250776"/>
                </a:cubicBezTo>
                <a:cubicBezTo>
                  <a:pt x="4114725" y="275332"/>
                  <a:pt x="4154103" y="301253"/>
                  <a:pt x="4175559" y="328539"/>
                </a:cubicBezTo>
                <a:cubicBezTo>
                  <a:pt x="4197015" y="355824"/>
                  <a:pt x="4207743" y="388318"/>
                  <a:pt x="4207743" y="426021"/>
                </a:cubicBezTo>
                <a:cubicBezTo>
                  <a:pt x="4207743" y="481335"/>
                  <a:pt x="4188147" y="523503"/>
                  <a:pt x="4148956" y="552525"/>
                </a:cubicBezTo>
                <a:cubicBezTo>
                  <a:pt x="4109765" y="581546"/>
                  <a:pt x="4054078" y="596057"/>
                  <a:pt x="3981896" y="596057"/>
                </a:cubicBezTo>
                <a:cubicBezTo>
                  <a:pt x="3915916" y="596057"/>
                  <a:pt x="3861841" y="585391"/>
                  <a:pt x="3819674" y="564059"/>
                </a:cubicBezTo>
                <a:lnTo>
                  <a:pt x="3819674" y="440904"/>
                </a:lnTo>
                <a:cubicBezTo>
                  <a:pt x="3866059" y="479351"/>
                  <a:pt x="3918768" y="498575"/>
                  <a:pt x="3977804" y="498575"/>
                </a:cubicBezTo>
                <a:cubicBezTo>
                  <a:pt x="4011290" y="498575"/>
                  <a:pt x="4036467" y="492808"/>
                  <a:pt x="4053334" y="481273"/>
                </a:cubicBezTo>
                <a:cubicBezTo>
                  <a:pt x="4070201" y="469739"/>
                  <a:pt x="4078635" y="454918"/>
                  <a:pt x="4078635" y="436811"/>
                </a:cubicBezTo>
                <a:cubicBezTo>
                  <a:pt x="4078635" y="421184"/>
                  <a:pt x="4071937" y="406425"/>
                  <a:pt x="4058543" y="392535"/>
                </a:cubicBezTo>
                <a:cubicBezTo>
                  <a:pt x="4045148" y="378644"/>
                  <a:pt x="4009802" y="359792"/>
                  <a:pt x="3952503" y="335980"/>
                </a:cubicBezTo>
                <a:cubicBezTo>
                  <a:pt x="3862462" y="297781"/>
                  <a:pt x="3817441" y="242218"/>
                  <a:pt x="3817441" y="169292"/>
                </a:cubicBezTo>
                <a:cubicBezTo>
                  <a:pt x="3817441" y="115714"/>
                  <a:pt x="3837843" y="74104"/>
                  <a:pt x="3878647" y="44463"/>
                </a:cubicBezTo>
                <a:cubicBezTo>
                  <a:pt x="3919451" y="14821"/>
                  <a:pt x="3973463" y="0"/>
                  <a:pt x="4040683" y="0"/>
                </a:cubicBezTo>
                <a:close/>
                <a:moveTo>
                  <a:pt x="792807" y="0"/>
                </a:moveTo>
                <a:cubicBezTo>
                  <a:pt x="875159" y="0"/>
                  <a:pt x="941450" y="27410"/>
                  <a:pt x="991679" y="82228"/>
                </a:cubicBezTo>
                <a:cubicBezTo>
                  <a:pt x="1041909" y="137046"/>
                  <a:pt x="1067023" y="207492"/>
                  <a:pt x="1067023" y="293564"/>
                </a:cubicBezTo>
                <a:cubicBezTo>
                  <a:pt x="1067023" y="383357"/>
                  <a:pt x="1040916" y="456221"/>
                  <a:pt x="988702" y="512155"/>
                </a:cubicBezTo>
                <a:cubicBezTo>
                  <a:pt x="936489" y="568090"/>
                  <a:pt x="868090" y="596057"/>
                  <a:pt x="783506" y="596057"/>
                </a:cubicBezTo>
                <a:cubicBezTo>
                  <a:pt x="700906" y="596057"/>
                  <a:pt x="633809" y="568958"/>
                  <a:pt x="582216" y="514760"/>
                </a:cubicBezTo>
                <a:cubicBezTo>
                  <a:pt x="530622" y="460561"/>
                  <a:pt x="504825" y="390798"/>
                  <a:pt x="504825" y="305470"/>
                </a:cubicBezTo>
                <a:cubicBezTo>
                  <a:pt x="504825" y="215181"/>
                  <a:pt x="531180" y="141697"/>
                  <a:pt x="583890" y="85018"/>
                </a:cubicBezTo>
                <a:cubicBezTo>
                  <a:pt x="636600" y="28340"/>
                  <a:pt x="706239" y="0"/>
                  <a:pt x="792807" y="0"/>
                </a:cubicBezTo>
                <a:close/>
                <a:moveTo>
                  <a:pt x="305842" y="0"/>
                </a:moveTo>
                <a:cubicBezTo>
                  <a:pt x="362148" y="0"/>
                  <a:pt x="409278" y="7318"/>
                  <a:pt x="447229" y="21953"/>
                </a:cubicBezTo>
                <a:lnTo>
                  <a:pt x="447229" y="140643"/>
                </a:lnTo>
                <a:cubicBezTo>
                  <a:pt x="408285" y="117823"/>
                  <a:pt x="364133" y="106413"/>
                  <a:pt x="314771" y="106413"/>
                </a:cubicBezTo>
                <a:cubicBezTo>
                  <a:pt x="258465" y="106413"/>
                  <a:pt x="213444" y="124396"/>
                  <a:pt x="179710" y="160363"/>
                </a:cubicBezTo>
                <a:cubicBezTo>
                  <a:pt x="145976" y="196329"/>
                  <a:pt x="129108" y="243334"/>
                  <a:pt x="129108" y="301377"/>
                </a:cubicBezTo>
                <a:cubicBezTo>
                  <a:pt x="129108" y="357932"/>
                  <a:pt x="145107" y="403449"/>
                  <a:pt x="177105" y="437927"/>
                </a:cubicBezTo>
                <a:cubicBezTo>
                  <a:pt x="209104" y="472406"/>
                  <a:pt x="252388" y="489645"/>
                  <a:pt x="306958" y="489645"/>
                </a:cubicBezTo>
                <a:cubicBezTo>
                  <a:pt x="358304" y="489645"/>
                  <a:pt x="405061" y="477243"/>
                  <a:pt x="447229" y="452438"/>
                </a:cubicBezTo>
                <a:lnTo>
                  <a:pt x="447229" y="565175"/>
                </a:lnTo>
                <a:cubicBezTo>
                  <a:pt x="405309" y="585763"/>
                  <a:pt x="350614" y="596057"/>
                  <a:pt x="283145" y="596057"/>
                </a:cubicBezTo>
                <a:cubicBezTo>
                  <a:pt x="196329" y="596057"/>
                  <a:pt x="127434" y="570074"/>
                  <a:pt x="76460" y="518108"/>
                </a:cubicBezTo>
                <a:cubicBezTo>
                  <a:pt x="25487" y="466142"/>
                  <a:pt x="0" y="396875"/>
                  <a:pt x="0" y="310307"/>
                </a:cubicBezTo>
                <a:cubicBezTo>
                  <a:pt x="0" y="219274"/>
                  <a:pt x="28464" y="144798"/>
                  <a:pt x="85390" y="86879"/>
                </a:cubicBezTo>
                <a:cubicBezTo>
                  <a:pt x="142317" y="28960"/>
                  <a:pt x="215801" y="0"/>
                  <a:pt x="305842" y="0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简介</a:t>
            </a:r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章节副标题</a:t>
            </a: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zh-CN" dirty="0"/>
              <a:t>PART ONE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9DD6FAC-DCB7-7171-E2E3-48FF556FC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60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60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029"/>
  <p:tag name="KSO_WM_TEMPLATE_CATEGORY" val="custom"/>
  <p:tag name="KSO_WM_TEMPLATE_MASTER_TYPE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602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602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029"/>
  <p:tag name="KSO_WM_TEMPLATE_CATEGORY" val="custom"/>
  <p:tag name="KSO_WM_TEMPLATE_MASTER_TYPE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602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602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029"/>
  <p:tag name="KSO_WM_TEMPLATE_CATEGORY" val="custom"/>
  <p:tag name="KSO_WM_TEMPLATE_MASTER_TYPE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g"/>
  <p:tag name="KSO_WM_UNIT_INDEX" val="3"/>
  <p:tag name="KSO_WM_BEAUTIFY_FLAG" val="#wm#"/>
  <p:tag name="KSO_WM_TAG_VERSION" val="3.0"/>
  <p:tag name="KSO_WM_UNIT_PRESET_TEXT" val="公司名"/>
  <p:tag name="KSO_WM_UNIT_ID" val="_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  <p:tag name="KSO_WM_UNIT_TEXT_LAYER_COUNT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PRESET_TEXT" val="年号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"/>
  <p:tag name="KSO_WM_UNIT_TEXT_LAYER_COUNT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  <p:tag name="KSO_WM_UNIT_TEXT_LAYER_COUNT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  <p:tag name="KSO_WM_UNIT_TEXT_LAYER_COUNT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  <p:tag name="KSO_WM_UNIT_TEXT_LAYER_COUNT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9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6029"/>
  <p:tag name="KSO_WM_TEMPLATE_CATEGORY" val="custom"/>
  <p:tag name="KSO_WM_SLIDE_INDEX" val="1"/>
  <p:tag name="KSO_WM_SLIDE_ID" val="custom20236029_1"/>
  <p:tag name="KSO_WM_TEMPLATE_MASTER_TYPE" val="0"/>
  <p:tag name="KSO_WM_SLIDE_LAYOUT" val="a_f"/>
  <p:tag name="KSO_WM_SLIDE_LAYOUT_CNT" val="1_3"/>
  <p:tag name="CP_OUTLINE_TITLE" val="DeepSeek对中国AI产业的影响"/>
  <p:tag name="CP_OUTLINE_TYPE" val="pt_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6029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29"/>
  <p:tag name="KSO_WM_TEMPLATE_CATEGORY" val="custom"/>
  <p:tag name="KSO_WM_UNIT_ISCONTENTSTITLE" val="0"/>
  <p:tag name="KSO_WM_UNIT_VALUE" val="14"/>
  <p:tag name="KSO_WM_UNIT_TEXT_TYPE" val="1"/>
  <p:tag name="KSO_WM_UNIT_PRESET_TEXT" val="电商市场攻略&#10;精准定制化策略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g"/>
  <p:tag name="KSO_WM_UNIT_INDEX" val="3"/>
  <p:tag name="KSO_WM_BEAUTIFY_FLAG" val="#wm#"/>
  <p:tag name="KSO_WM_TAG_VERSION" val="3.0"/>
  <p:tag name="KSO_WM_UNIT_ID" val="custom20236029_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29"/>
  <p:tag name="KSO_WM_TEMPLATE_CATEGORY" val="custom"/>
  <p:tag name="KSO_WM_UNIT_VALUE" val="11"/>
  <p:tag name="KSO_WM_UNIT_TEXT_LAYER_COUNT" val="1"/>
  <p:tag name="KSO_WM_UNIT_PRESET_TEXT_INDEX" val="-1"/>
  <p:tag name="KSO_WM_UNIT_PRESET_TEXT_LEN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ID" val="custom20236029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29"/>
  <p:tag name="KSO_WM_TEMPLATE_CATEGORY" val="custom"/>
  <p:tag name="KSO_WM_UNIT_VALUE" val="3"/>
  <p:tag name="KSO_WM_UNIT_TEXT_LAYER_COUNT" val="1"/>
  <p:tag name="KSO_WM_UNIT_PRESET_TEXT_INDEX" val="-1"/>
  <p:tag name="KSO_WM_UNIT_PRESET_TEXT_LEN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6029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29"/>
  <p:tag name="KSO_WM_TEMPLATE_CATEGORY" val="custom"/>
  <p:tag name="KSO_WM_UNIT_VALUE" val="13"/>
  <p:tag name="KSO_WM_UNIT_TEXT_LAYER_COUNT" val="1"/>
  <p:tag name="KSO_WM_UNIT_PRESET_TEXT_INDEX" val="-1"/>
  <p:tag name="KSO_WM_UNIT_PRESET_TEXT_LEN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6"/>
  <p:tag name="KSO_WM_DIAGRAM_GROUP_CODE" val="l1-1"/>
  <p:tag name="KSO_WM_BEAUTIFY_FLAG" val="#wm#"/>
  <p:tag name="KSO_WM_TEMPLATE_INDEX" val="20236029"/>
  <p:tag name="KSO_WM_TEMPLATE_CATEGORY" val="custom"/>
  <p:tag name="KSO_WM_SLIDE_INDEX" val="6"/>
  <p:tag name="KSO_WM_SLIDE_ID" val="custom20236029_6"/>
  <p:tag name="KSO_WM_TEMPLATE_MASTER_TYPE" val="0"/>
  <p:tag name="KSO_WM_SLIDE_LAYOUT" val="a_l"/>
  <p:tag name="KSO_WM_SLIDE_LAYOUT_CNT" val="1_1"/>
  <p:tag name="KSO_WM_SLIDE_DIAGTYPE" val="l"/>
  <p:tag name="CP_OUTLINE_TITLE" val="目录"/>
  <p:tag name="CP_OUTLINE_TYPE" val="pt_contents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UNIT_ID" val="custom20236029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29"/>
  <p:tag name="KSO_WM_TEMPLATE_CATEGORY" val="custom"/>
  <p:tag name="KSO_WM_DIAGRAM_VIRTUALLY_FRAME" val="{&quot;height&quot;:387.6,&quot;left&quot;:40.821653543307086,&quot;top&quot;:57.55,&quot;width&quot;:878.6067716535433}"/>
  <p:tag name="KSO_WM_UNIT_VALUE" val="5"/>
  <p:tag name="KSO_WM_UNIT_PRESET_TEXT_INDEX" val="-1"/>
  <p:tag name="KSO_WM_UNIT_PRESET_TEXT_LEN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GROUP_CODE" val="l1-1"/>
  <p:tag name="KSO_WM_UNIT_ID" val="custom20236029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solid&quot;:{&quot;brightness&quot;:0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GROUP_CODE" val="l1-1"/>
  <p:tag name="KSO_WM_UNIT_ID" val="custom20236029_6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gradient&quot;:[{&quot;brightness&quot;:-0.75,&quot;colorType&quot;:1,&quot;foreColorIndex&quot;:5,&quot;pos&quot;:0,&quot;transparency&quot;:0.6000000238418579},{&quot;brightness&quot;:-0.75,&quot;colorType&quot;:1,&quot;foreColorIndex&quot;:5,&quot;pos&quot;:1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GROUP_CODE" val="l1-1"/>
  <p:tag name="KSO_WM_UNIT_ID" val="custom20236029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添加目录&#10;项标题"/>
  <p:tag name="KSO_WM_DIAGRAM_VERSION" val="3"/>
  <p:tag name="KSO_WM_DIAGRAM_COLOR_TRICK" val="1"/>
  <p:tag name="KSO_WM_DIAGRAM_COLOR_TEXT_CAN_REMOVE" val="n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2_2"/>
  <p:tag name="KSO_WM_BEAUTIFY_FLAG" val="#wm#"/>
  <p:tag name="KSO_WM_TAG_VERSION" val="3.0"/>
  <p:tag name="KSO_WM_DIAGRAM_GROUP_CODE" val="l1-1"/>
  <p:tag name="KSO_WM_UNIT_ID" val="custom20236029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solid&quot;:{&quot;brightness&quot;:0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GROUP_CODE" val="l1-1"/>
  <p:tag name="KSO_WM_UNIT_ID" val="custom20236029_6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gradient&quot;:[{&quot;brightness&quot;:-0.75,&quot;colorType&quot;:1,&quot;foreColorIndex&quot;:5,&quot;pos&quot;:0,&quot;transparency&quot;:0.6000000238418579},{&quot;brightness&quot;:-0.75,&quot;colorType&quot;:1,&quot;foreColorIndex&quot;:5,&quot;pos&quot;:1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GROUP_CODE" val="l1-1"/>
  <p:tag name="KSO_WM_UNIT_ID" val="custom20236029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添加目录&#10;项标题"/>
  <p:tag name="KSO_WM_DIAGRAM_VERSION" val="3"/>
  <p:tag name="KSO_WM_DIAGRAM_COLOR_TRICK" val="1"/>
  <p:tag name="KSO_WM_DIAGRAM_COLOR_TEXT_CAN_REMOVE" val="n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3_2"/>
  <p:tag name="KSO_WM_BEAUTIFY_FLAG" val="#wm#"/>
  <p:tag name="KSO_WM_TAG_VERSION" val="3.0"/>
  <p:tag name="KSO_WM_DIAGRAM_GROUP_CODE" val="l1-1"/>
  <p:tag name="KSO_WM_UNIT_ID" val="custom20236029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solid&quot;:{&quot;brightness&quot;:0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GROUP_CODE" val="l1-1"/>
  <p:tag name="KSO_WM_UNIT_ID" val="custom20236029_6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gradient&quot;:[{&quot;brightness&quot;:-0.75,&quot;colorType&quot;:1,&quot;foreColorIndex&quot;:5,&quot;pos&quot;:0,&quot;transparency&quot;:0.6000000238418579},{&quot;brightness&quot;:-0.75,&quot;colorType&quot;:1,&quot;foreColorIndex&quot;:5,&quot;pos&quot;:1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GROUP_CODE" val="l1-1"/>
  <p:tag name="KSO_WM_UNIT_ID" val="custom20236029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添加目录&#10;项标题"/>
  <p:tag name="KSO_WM_DIAGRAM_VERSION" val="3"/>
  <p:tag name="KSO_WM_DIAGRAM_COLOR_TRICK" val="1"/>
  <p:tag name="KSO_WM_DIAGRAM_COLOR_TEXT_CAN_REMOVE" val="n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4_2"/>
  <p:tag name="KSO_WM_BEAUTIFY_FLAG" val="#wm#"/>
  <p:tag name="KSO_WM_TAG_VERSION" val="3.0"/>
  <p:tag name="KSO_WM_DIAGRAM_GROUP_CODE" val="l1-1"/>
  <p:tag name="KSO_WM_UNIT_ID" val="custom20236029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solid&quot;:{&quot;brightness&quot;:0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GROUP_CODE" val="l1-1"/>
  <p:tag name="KSO_WM_UNIT_ID" val="custom20236029_6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gradient&quot;:[{&quot;brightness&quot;:-0.75,&quot;colorType&quot;:1,&quot;foreColorIndex&quot;:5,&quot;pos&quot;:0,&quot;transparency&quot;:0.6000000238418579},{&quot;brightness&quot;:-0.75,&quot;colorType&quot;:1,&quot;foreColorIndex&quot;:5,&quot;pos&quot;:1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GROUP_CODE" val="l1-1"/>
  <p:tag name="KSO_WM_UNIT_ID" val="custom20236029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添加目录&#10;项标题"/>
  <p:tag name="KSO_WM_DIAGRAM_VERSION" val="3"/>
  <p:tag name="KSO_WM_DIAGRAM_COLOR_TRICK" val="1"/>
  <p:tag name="KSO_WM_DIAGRAM_COLOR_TEXT_CAN_REMOVE" val="n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5_2"/>
  <p:tag name="KSO_WM_BEAUTIFY_FLAG" val="#wm#"/>
  <p:tag name="KSO_WM_TAG_VERSION" val="3.0"/>
  <p:tag name="KSO_WM_DIAGRAM_GROUP_CODE" val="l1-1"/>
  <p:tag name="KSO_WM_UNIT_ID" val="custom20236029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solid&quot;:{&quot;brightness&quot;:0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5_1"/>
  <p:tag name="KSO_WM_BEAUTIFY_FLAG" val="#wm#"/>
  <p:tag name="KSO_WM_TAG_VERSION" val="3.0"/>
  <p:tag name="KSO_WM_DIAGRAM_GROUP_CODE" val="l1-1"/>
  <p:tag name="KSO_WM_UNIT_ID" val="custom20236029_6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gradient&quot;:[{&quot;brightness&quot;:-0.75,&quot;colorType&quot;:1,&quot;foreColorIndex&quot;:5,&quot;pos&quot;:0,&quot;transparency&quot;:0.6000000238418579},{&quot;brightness&quot;:-0.75,&quot;colorType&quot;:1,&quot;foreColorIndex&quot;:5,&quot;pos&quot;:1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5_1"/>
  <p:tag name="KSO_WM_BEAUTIFY_FLAG" val="#wm#"/>
  <p:tag name="KSO_WM_TAG_VERSION" val="3.0"/>
  <p:tag name="KSO_WM_DIAGRAM_GROUP_CODE" val="l1-1"/>
  <p:tag name="KSO_WM_UNIT_ID" val="custom20236029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添加目录&#10;项标题"/>
  <p:tag name="KSO_WM_DIAGRAM_VERSION" val="3"/>
  <p:tag name="KSO_WM_DIAGRAM_COLOR_TRICK" val="1"/>
  <p:tag name="KSO_WM_DIAGRAM_COLOR_TEXT_CAN_REMOVE" val="n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6_2"/>
  <p:tag name="KSO_WM_BEAUTIFY_FLAG" val="#wm#"/>
  <p:tag name="KSO_WM_TAG_VERSION" val="3.0"/>
  <p:tag name="KSO_WM_DIAGRAM_GROUP_CODE" val="l1-1"/>
  <p:tag name="KSO_WM_UNIT_ID" val="custom20236029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solid&quot;:{&quot;brightness&quot;:0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6_1"/>
  <p:tag name="KSO_WM_BEAUTIFY_FLAG" val="#wm#"/>
  <p:tag name="KSO_WM_TAG_VERSION" val="3.0"/>
  <p:tag name="KSO_WM_DIAGRAM_GROUP_CODE" val="l1-1"/>
  <p:tag name="KSO_WM_UNIT_ID" val="custom20236029_6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gradient&quot;:[{&quot;brightness&quot;:-0.75,&quot;colorType&quot;:1,&quot;foreColorIndex&quot;:5,&quot;pos&quot;:0,&quot;transparency&quot;:0.6000000238418579},{&quot;brightness&quot;:-0.75,&quot;colorType&quot;:1,&quot;foreColorIndex&quot;:5,&quot;pos&quot;:1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6_1"/>
  <p:tag name="KSO_WM_BEAUTIFY_FLAG" val="#wm#"/>
  <p:tag name="KSO_WM_TAG_VERSION" val="3.0"/>
  <p:tag name="KSO_WM_DIAGRAM_GROUP_CODE" val="l1-1"/>
  <p:tag name="KSO_WM_UNIT_ID" val="custom20236029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029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56.6499938964844,&quot;width&quot;:878.606750488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添加目录&#10;项标题"/>
  <p:tag name="KSO_WM_DIAGRAM_VERSION" val="3"/>
  <p:tag name="KSO_WM_DIAGRAM_COLOR_TRICK" val="1"/>
  <p:tag name="KSO_WM_DIAGRAM_COLOR_TEXT_CAN_REMOVE" val="n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UNIT_ID" val="custom20236029_6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29"/>
  <p:tag name="KSO_WM_TEMPLATE_CATEGORY" val="custom"/>
  <p:tag name="KSO_WM_DIAGRAM_VIRTUALLY_FRAME" val="{&quot;height&quot;:387.6,&quot;left&quot;:40.821653543307086,&quot;top&quot;:57.55,&quot;width&quot;:878.6067716535433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029"/>
  <p:tag name="KSO_WM_TEMPLATE_CATEGORY" val="custom"/>
  <p:tag name="KSO_WM_SLIDE_INDEX" val="7"/>
  <p:tag name="KSO_WM_SLIDE_ID" val="custom20236029_7"/>
  <p:tag name="KSO_WM_TEMPLATE_MASTER_TYPE" val="0"/>
  <p:tag name="KSO_WM_SLIDE_LAYOUT" val="a_b_e"/>
  <p:tag name="KSO_WM_SLIDE_LAYOUT_CNT" val="1_1_1"/>
  <p:tag name="CP_OUTLINE_TITLE" val="DeepSeek简介"/>
  <p:tag name="CP_OUTLINE_TYPE" val="pt_section_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6029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29"/>
  <p:tag name="KSO_WM_TEMPLATE_CATEGORY" val="custom"/>
  <p:tag name="KSO_WM_UNIT_ISCONTENTSTITLE" val="0"/>
  <p:tag name="KSO_WM_UNIT_VALUE" val="7"/>
  <p:tag name="KSO_WM_UNIT_TEXT_TYPE" val="1"/>
  <p:tag name="KSO_WM_UNIT_PRESET_TEXT" val="添加章节标题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6029_7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29"/>
  <p:tag name="KSO_WM_TEMPLATE_CATEGORY" val="custom"/>
  <p:tag name="KSO_WM_UNIT_ISCONTENTSTITLE" val="0"/>
  <p:tag name="KSO_WM_UNIT_VALUE" val="17"/>
  <p:tag name="KSO_WM_UNIT_TEXT_TYPE" val="1"/>
  <p:tag name="KSO_WM_UNIT_PRESET_TEXT" val="章节副标题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6029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029"/>
  <p:tag name="KSO_WM_TEMPLATE_CATEGORY" val="custom"/>
  <p:tag name="KSO_WM_UNIT_VALUE" val="5"/>
  <p:tag name="KSO_WM_UNIT_PRESET_TEXT_INDEX" val="-1"/>
  <p:tag name="KSO_WM_UNIT_PRESET_TEXT_LEN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203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3203"/>
  <p:tag name="KSO_WM_SLIDE_TYPE" val="text"/>
  <p:tag name="KSO_WM_SLIDE_SUBTYPE" val="diag"/>
  <p:tag name="KSO_WM_SLIDE_SIZE" val="835.572*361.7"/>
  <p:tag name="KSO_WM_SLIDE_POSITION" val="62.1266*132.9"/>
  <p:tag name="KSO_WM_SLIDE_LAYOUT" val="a_l"/>
  <p:tag name="KSO_WM_SLIDE_LAYOUT_CNT" val="1_1"/>
  <p:tag name="KSO_WM_SPECIAL_SOURCE" val="bdnull"/>
  <p:tag name="KSO_WM_DIAGRAM_GROUP_CODE" val="l1-1"/>
  <p:tag name="KSO_WM_SLIDE_DIAGTYPE" val="l"/>
  <p:tag name="CP_OUTLINE_TITLE" val="DeepSeek的诞生背景"/>
  <p:tag name="CP_OUTLINE_TYPE" val="pt_text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电子商务3d科技主题">
  <a:themeElements>
    <a:clrScheme name="自定义 3">
      <a:dk1>
        <a:srgbClr val="21024F"/>
      </a:dk1>
      <a:lt1>
        <a:srgbClr val="FFFFFF"/>
      </a:lt1>
      <a:dk2>
        <a:srgbClr val="390488"/>
      </a:dk2>
      <a:lt2>
        <a:srgbClr val="EFE4FF"/>
      </a:lt2>
      <a:accent1>
        <a:srgbClr val="771FF9"/>
      </a:accent1>
      <a:accent2>
        <a:srgbClr val="DC33FF"/>
      </a:accent2>
      <a:accent3>
        <a:srgbClr val="FFB923"/>
      </a:accent3>
      <a:accent4>
        <a:srgbClr val="00A8E6"/>
      </a:accent4>
      <a:accent5>
        <a:srgbClr val="516EFD"/>
      </a:accent5>
      <a:accent6>
        <a:srgbClr val="92D050"/>
      </a:accent6>
      <a:hlink>
        <a:srgbClr val="FFC000"/>
      </a:hlink>
      <a:folHlink>
        <a:srgbClr val="F84949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电子商务3d科技主题">
  <a:themeElements>
    <a:clrScheme name="自定义 3">
      <a:dk1>
        <a:srgbClr val="21024F"/>
      </a:dk1>
      <a:lt1>
        <a:srgbClr val="FFFFFF"/>
      </a:lt1>
      <a:dk2>
        <a:srgbClr val="390488"/>
      </a:dk2>
      <a:lt2>
        <a:srgbClr val="EFE4FF"/>
      </a:lt2>
      <a:accent1>
        <a:srgbClr val="771FF9"/>
      </a:accent1>
      <a:accent2>
        <a:srgbClr val="DC33FF"/>
      </a:accent2>
      <a:accent3>
        <a:srgbClr val="FFB923"/>
      </a:accent3>
      <a:accent4>
        <a:srgbClr val="00A8E6"/>
      </a:accent4>
      <a:accent5>
        <a:srgbClr val="516EFD"/>
      </a:accent5>
      <a:accent6>
        <a:srgbClr val="92D050"/>
      </a:accent6>
      <a:hlink>
        <a:srgbClr val="FFC000"/>
      </a:hlink>
      <a:folHlink>
        <a:srgbClr val="F84949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电子商务3d科技主题">
  <a:themeElements>
    <a:clrScheme name="自定义 3">
      <a:dk1>
        <a:srgbClr val="21024F"/>
      </a:dk1>
      <a:lt1>
        <a:srgbClr val="FFFFFF"/>
      </a:lt1>
      <a:dk2>
        <a:srgbClr val="390488"/>
      </a:dk2>
      <a:lt2>
        <a:srgbClr val="EFE4FF"/>
      </a:lt2>
      <a:accent1>
        <a:srgbClr val="771FF9"/>
      </a:accent1>
      <a:accent2>
        <a:srgbClr val="DC33FF"/>
      </a:accent2>
      <a:accent3>
        <a:srgbClr val="FFB923"/>
      </a:accent3>
      <a:accent4>
        <a:srgbClr val="00A8E6"/>
      </a:accent4>
      <a:accent5>
        <a:srgbClr val="516EFD"/>
      </a:accent5>
      <a:accent6>
        <a:srgbClr val="92D050"/>
      </a:accent6>
      <a:hlink>
        <a:srgbClr val="FFC000"/>
      </a:hlink>
      <a:folHlink>
        <a:srgbClr val="F84949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25</Words>
  <Application>Microsoft Macintosh PowerPoint</Application>
  <PresentationFormat>宽屏</PresentationFormat>
  <Paragraphs>18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微软雅黑</vt:lpstr>
      <vt:lpstr>Arial</vt:lpstr>
      <vt:lpstr>Calibri</vt:lpstr>
      <vt:lpstr>Office 主题</vt:lpstr>
      <vt:lpstr>电子商务3d科技主题</vt:lpstr>
      <vt:lpstr>1_电子商务3d科技主题</vt:lpstr>
      <vt:lpstr>2_电子商务3d科技主题</vt:lpstr>
      <vt:lpstr>PowerPoint 演示文稿</vt:lpstr>
      <vt:lpstr>目录</vt:lpstr>
      <vt:lpstr>简介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DeepSeek对中国AI产业的影响</dc:title>
  <dc:creator/>
  <cp:lastModifiedBy>建圣 王</cp:lastModifiedBy>
  <cp:revision>6</cp:revision>
  <dcterms:created xsi:type="dcterms:W3CDTF">2025-03-31T07:37:51Z</dcterms:created>
  <dcterms:modified xsi:type="dcterms:W3CDTF">2026-01-08T07:43:05Z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2052-12.9.0.20720</vt:lpwstr>
  </property>
  <property fmtid="{D5CDD505-2E9C-101B-9397-08002B2CF9AE}" pid="3" name="ICV">
    <vt:lpwstr>B75C98F4C40948689CB49D1002CA5FAC</vt:lpwstr>
  </property>
</Properties>
</file>