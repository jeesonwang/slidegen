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heme/theme4.xml" ContentType="application/vnd.openxmlformats-officedocument.them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1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2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  <p:sldMasterId id="2147483661" r:id="rId3"/>
  </p:sldMasterIdLst>
  <p:notesMasterIdLst>
    <p:notesMasterId r:id="rId9"/>
  </p:notesMasterIdLst>
  <p:sldIdLst>
    <p:sldId id="262" r:id="rId4"/>
    <p:sldId id="261" r:id="rId5"/>
    <p:sldId id="264" r:id="rId6"/>
    <p:sldId id="275" r:id="rId7"/>
    <p:sldId id="301" r:id="rId8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909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0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9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9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3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9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6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4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68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73.xml"/><Relationship Id="rId4" Type="http://schemas.openxmlformats.org/officeDocument/2006/relationships/tags" Target="../tags/tag7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9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/>
          <p:cNvSpPr/>
          <p:nvPr>
            <p:custDataLst>
              <p:tags r:id="rId1"/>
            </p:custDataLst>
          </p:nvPr>
        </p:nvSpPr>
        <p:spPr bwMode="auto">
          <a:xfrm>
            <a:off x="837565" y="3313430"/>
            <a:ext cx="3971925" cy="3523615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58" h="2180">
                <a:moveTo>
                  <a:pt x="1557" y="0"/>
                </a:moveTo>
                <a:cubicBezTo>
                  <a:pt x="1548" y="0"/>
                  <a:pt x="1539" y="0"/>
                  <a:pt x="1529" y="0"/>
                </a:cubicBezTo>
                <a:cubicBezTo>
                  <a:pt x="1222" y="9"/>
                  <a:pt x="917" y="75"/>
                  <a:pt x="618" y="140"/>
                </a:cubicBezTo>
                <a:cubicBezTo>
                  <a:pt x="482" y="170"/>
                  <a:pt x="340" y="202"/>
                  <a:pt x="233" y="281"/>
                </a:cubicBezTo>
                <a:cubicBezTo>
                  <a:pt x="56" y="411"/>
                  <a:pt x="21" y="631"/>
                  <a:pt x="13" y="831"/>
                </a:cubicBezTo>
                <a:cubicBezTo>
                  <a:pt x="0" y="1146"/>
                  <a:pt x="23" y="1463"/>
                  <a:pt x="81" y="1775"/>
                </a:cubicBezTo>
                <a:cubicBezTo>
                  <a:pt x="100" y="1880"/>
                  <a:pt x="128" y="1991"/>
                  <a:pt x="215" y="2066"/>
                </a:cubicBezTo>
                <a:cubicBezTo>
                  <a:pt x="323" y="2159"/>
                  <a:pt x="491" y="2172"/>
                  <a:pt x="645" y="2180"/>
                </a:cubicBezTo>
                <a:cubicBezTo>
                  <a:pt x="1805" y="2180"/>
                  <a:pt x="1805" y="2180"/>
                  <a:pt x="1805" y="2180"/>
                </a:cubicBezTo>
                <a:cubicBezTo>
                  <a:pt x="1884" y="2180"/>
                  <a:pt x="1963" y="2165"/>
                  <a:pt x="2036" y="2135"/>
                </a:cubicBezTo>
                <a:cubicBezTo>
                  <a:pt x="2124" y="2098"/>
                  <a:pt x="2197" y="2043"/>
                  <a:pt x="2235" y="1964"/>
                </a:cubicBezTo>
                <a:cubicBezTo>
                  <a:pt x="2313" y="1804"/>
                  <a:pt x="2230" y="1621"/>
                  <a:pt x="2251" y="1448"/>
                </a:cubicBezTo>
                <a:cubicBezTo>
                  <a:pt x="2262" y="1347"/>
                  <a:pt x="2309" y="1252"/>
                  <a:pt x="2343" y="1155"/>
                </a:cubicBezTo>
                <a:cubicBezTo>
                  <a:pt x="2382" y="1045"/>
                  <a:pt x="2405" y="934"/>
                  <a:pt x="2419" y="820"/>
                </a:cubicBezTo>
                <a:cubicBezTo>
                  <a:pt x="2458" y="497"/>
                  <a:pt x="2247" y="189"/>
                  <a:pt x="1896" y="61"/>
                </a:cubicBezTo>
                <a:cubicBezTo>
                  <a:pt x="1789" y="21"/>
                  <a:pt x="1674" y="0"/>
                  <a:pt x="1557" y="0"/>
                </a:cubicBezTo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7565" y="565150"/>
            <a:ext cx="2129790" cy="108140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27352"/>
          <a:stretch>
            <a:fillRect/>
          </a:stretch>
        </p:blipFill>
        <p:spPr>
          <a:xfrm>
            <a:off x="1198245" y="2017395"/>
            <a:ext cx="3556000" cy="483171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2026/6/8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1"/>
            </p:custDataLst>
          </p:nvPr>
        </p:nvSpPr>
        <p:spPr>
          <a:xfrm>
            <a:off x="6055961" y="826274"/>
            <a:ext cx="5909293" cy="5793934"/>
          </a:xfrm>
          <a:custGeom>
            <a:avLst/>
            <a:gdLst>
              <a:gd name="connsiteX0" fmla="*/ 3879682 w 5909293"/>
              <a:gd name="connsiteY0" fmla="*/ 175 h 5793934"/>
              <a:gd name="connsiteX1" fmla="*/ 4334567 w 5909293"/>
              <a:gd name="connsiteY1" fmla="*/ 60453 h 5793934"/>
              <a:gd name="connsiteX2" fmla="*/ 5246308 w 5909293"/>
              <a:gd name="connsiteY2" fmla="*/ 1122598 h 5793934"/>
              <a:gd name="connsiteX3" fmla="*/ 5872742 w 5909293"/>
              <a:gd name="connsiteY3" fmla="*/ 3288868 h 5793934"/>
              <a:gd name="connsiteX4" fmla="*/ 5819651 w 5909293"/>
              <a:gd name="connsiteY4" fmla="*/ 4125030 h 5793934"/>
              <a:gd name="connsiteX5" fmla="*/ 5157837 w 5909293"/>
              <a:gd name="connsiteY5" fmla="*/ 4912778 h 5793934"/>
              <a:gd name="connsiteX6" fmla="*/ 3379536 w 5909293"/>
              <a:gd name="connsiteY6" fmla="*/ 5735681 h 5793934"/>
              <a:gd name="connsiteX7" fmla="*/ 2078353 w 5909293"/>
              <a:gd name="connsiteY7" fmla="*/ 5726438 h 5793934"/>
              <a:gd name="connsiteX8" fmla="*/ 1489530 w 5909293"/>
              <a:gd name="connsiteY8" fmla="*/ 5363600 h 5793934"/>
              <a:gd name="connsiteX9" fmla="*/ 1035251 w 5909293"/>
              <a:gd name="connsiteY9" fmla="*/ 4220617 h 5793934"/>
              <a:gd name="connsiteX10" fmla="*/ 602247 w 5909293"/>
              <a:gd name="connsiteY10" fmla="*/ 3634929 h 5793934"/>
              <a:gd name="connsiteX11" fmla="*/ 169546 w 5909293"/>
              <a:gd name="connsiteY11" fmla="*/ 2942699 h 5793934"/>
              <a:gd name="connsiteX12" fmla="*/ 652478 w 5909293"/>
              <a:gd name="connsiteY12" fmla="*/ 842508 h 5793934"/>
              <a:gd name="connsiteX13" fmla="*/ 1316613 w 5909293"/>
              <a:gd name="connsiteY13" fmla="*/ 445895 h 5793934"/>
              <a:gd name="connsiteX14" fmla="*/ 1375567 w 5909293"/>
              <a:gd name="connsiteY14" fmla="*/ 424437 h 5793934"/>
              <a:gd name="connsiteX15" fmla="*/ 3408460 w 5909293"/>
              <a:gd name="connsiteY15" fmla="*/ 39296 h 5793934"/>
              <a:gd name="connsiteX16" fmla="*/ 3879682 w 5909293"/>
              <a:gd name="connsiteY16" fmla="*/ 175 h 579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909293" h="5793934">
                <a:moveTo>
                  <a:pt x="3879682" y="175"/>
                </a:moveTo>
                <a:cubicBezTo>
                  <a:pt x="4036099" y="-1809"/>
                  <a:pt x="4189792" y="12773"/>
                  <a:pt x="4334567" y="60453"/>
                </a:cubicBezTo>
                <a:cubicBezTo>
                  <a:pt x="4813657" y="215756"/>
                  <a:pt x="5066087" y="681130"/>
                  <a:pt x="5246308" y="1122598"/>
                </a:cubicBezTo>
                <a:cubicBezTo>
                  <a:pt x="5530593" y="1818660"/>
                  <a:pt x="5740779" y="2546018"/>
                  <a:pt x="5872742" y="3288868"/>
                </a:cubicBezTo>
                <a:cubicBezTo>
                  <a:pt x="5918136" y="3538857"/>
                  <a:pt x="5941127" y="3794404"/>
                  <a:pt x="5819651" y="4125030"/>
                </a:cubicBezTo>
                <a:cubicBezTo>
                  <a:pt x="5698175" y="4455657"/>
                  <a:pt x="5555500" y="4602769"/>
                  <a:pt x="5157837" y="4912778"/>
                </a:cubicBezTo>
                <a:cubicBezTo>
                  <a:pt x="4760174" y="5222787"/>
                  <a:pt x="3749504" y="5653807"/>
                  <a:pt x="3379536" y="5735681"/>
                </a:cubicBezTo>
                <a:cubicBezTo>
                  <a:pt x="3009569" y="5817556"/>
                  <a:pt x="2330918" y="5811898"/>
                  <a:pt x="2078353" y="5726438"/>
                </a:cubicBezTo>
                <a:cubicBezTo>
                  <a:pt x="1825789" y="5640979"/>
                  <a:pt x="1633575" y="5511056"/>
                  <a:pt x="1489530" y="5363600"/>
                </a:cubicBezTo>
                <a:cubicBezTo>
                  <a:pt x="1194462" y="5065173"/>
                  <a:pt x="1220104" y="4592041"/>
                  <a:pt x="1035251" y="4220617"/>
                </a:cubicBezTo>
                <a:cubicBezTo>
                  <a:pt x="929927" y="4002824"/>
                  <a:pt x="753122" y="3825759"/>
                  <a:pt x="602247" y="3634929"/>
                </a:cubicBezTo>
                <a:cubicBezTo>
                  <a:pt x="430739" y="3418728"/>
                  <a:pt x="291908" y="3187171"/>
                  <a:pt x="169546" y="2942699"/>
                </a:cubicBezTo>
                <a:cubicBezTo>
                  <a:pt x="-176217" y="2249976"/>
                  <a:pt x="17688" y="1398039"/>
                  <a:pt x="652478" y="842508"/>
                </a:cubicBezTo>
                <a:cubicBezTo>
                  <a:pt x="844971" y="671207"/>
                  <a:pt x="1070014" y="535650"/>
                  <a:pt x="1316613" y="445895"/>
                </a:cubicBezTo>
                <a:cubicBezTo>
                  <a:pt x="1336025" y="438830"/>
                  <a:pt x="1354717" y="432026"/>
                  <a:pt x="1375567" y="424437"/>
                </a:cubicBezTo>
                <a:cubicBezTo>
                  <a:pt x="2029851" y="208795"/>
                  <a:pt x="2725822" y="123350"/>
                  <a:pt x="3408460" y="39296"/>
                </a:cubicBezTo>
                <a:cubicBezTo>
                  <a:pt x="3564127" y="20711"/>
                  <a:pt x="3723266" y="2160"/>
                  <a:pt x="3879682" y="17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7" name="图片 26" descr="无人机5资源 1@600x-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434330" y="1677670"/>
            <a:ext cx="6643370" cy="51803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702945" y="1304926"/>
            <a:ext cx="539305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编辑母版标题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01675" y="3740150"/>
            <a:ext cx="2880995" cy="5803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WPS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8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2026/6/8</a:t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9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20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325" y="1276350"/>
            <a:ext cx="10799475" cy="490156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2026/6/8</a:t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/>
          <p:cNvSpPr/>
          <p:nvPr>
            <p:custDataLst>
              <p:tags r:id="rId1"/>
            </p:custDataLst>
          </p:nvPr>
        </p:nvSpPr>
        <p:spPr bwMode="auto">
          <a:xfrm>
            <a:off x="837565" y="3313430"/>
            <a:ext cx="3971925" cy="3523615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58" h="2180">
                <a:moveTo>
                  <a:pt x="1557" y="0"/>
                </a:moveTo>
                <a:cubicBezTo>
                  <a:pt x="1548" y="0"/>
                  <a:pt x="1539" y="0"/>
                  <a:pt x="1529" y="0"/>
                </a:cubicBezTo>
                <a:cubicBezTo>
                  <a:pt x="1222" y="9"/>
                  <a:pt x="917" y="75"/>
                  <a:pt x="618" y="140"/>
                </a:cubicBezTo>
                <a:cubicBezTo>
                  <a:pt x="482" y="170"/>
                  <a:pt x="340" y="202"/>
                  <a:pt x="233" y="281"/>
                </a:cubicBezTo>
                <a:cubicBezTo>
                  <a:pt x="56" y="411"/>
                  <a:pt x="21" y="631"/>
                  <a:pt x="13" y="831"/>
                </a:cubicBezTo>
                <a:cubicBezTo>
                  <a:pt x="0" y="1146"/>
                  <a:pt x="23" y="1463"/>
                  <a:pt x="81" y="1775"/>
                </a:cubicBezTo>
                <a:cubicBezTo>
                  <a:pt x="100" y="1880"/>
                  <a:pt x="128" y="1991"/>
                  <a:pt x="215" y="2066"/>
                </a:cubicBezTo>
                <a:cubicBezTo>
                  <a:pt x="323" y="2159"/>
                  <a:pt x="491" y="2172"/>
                  <a:pt x="645" y="2180"/>
                </a:cubicBezTo>
                <a:cubicBezTo>
                  <a:pt x="1805" y="2180"/>
                  <a:pt x="1805" y="2180"/>
                  <a:pt x="1805" y="2180"/>
                </a:cubicBezTo>
                <a:cubicBezTo>
                  <a:pt x="1884" y="2180"/>
                  <a:pt x="1963" y="2165"/>
                  <a:pt x="2036" y="2135"/>
                </a:cubicBezTo>
                <a:cubicBezTo>
                  <a:pt x="2124" y="2098"/>
                  <a:pt x="2197" y="2043"/>
                  <a:pt x="2235" y="1964"/>
                </a:cubicBezTo>
                <a:cubicBezTo>
                  <a:pt x="2313" y="1804"/>
                  <a:pt x="2230" y="1621"/>
                  <a:pt x="2251" y="1448"/>
                </a:cubicBezTo>
                <a:cubicBezTo>
                  <a:pt x="2262" y="1347"/>
                  <a:pt x="2309" y="1252"/>
                  <a:pt x="2343" y="1155"/>
                </a:cubicBezTo>
                <a:cubicBezTo>
                  <a:pt x="2382" y="1045"/>
                  <a:pt x="2405" y="934"/>
                  <a:pt x="2419" y="820"/>
                </a:cubicBezTo>
                <a:cubicBezTo>
                  <a:pt x="2458" y="497"/>
                  <a:pt x="2247" y="189"/>
                  <a:pt x="1896" y="61"/>
                </a:cubicBezTo>
                <a:cubicBezTo>
                  <a:pt x="1789" y="21"/>
                  <a:pt x="1674" y="0"/>
                  <a:pt x="1557" y="0"/>
                </a:cubicBezTo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7565" y="565150"/>
            <a:ext cx="2129790" cy="108140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27352"/>
          <a:stretch>
            <a:fillRect/>
          </a:stretch>
        </p:blipFill>
        <p:spPr>
          <a:xfrm>
            <a:off x="1198245" y="2017395"/>
            <a:ext cx="3556000" cy="483171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2026/6/8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/>
          <p:nvPr userDrawn="1">
            <p:custDataLst>
              <p:tags r:id="rId1"/>
            </p:custDataLst>
          </p:nvPr>
        </p:nvSpPr>
        <p:spPr bwMode="auto">
          <a:xfrm rot="6240000" flipH="1">
            <a:off x="1155700" y="2376170"/>
            <a:ext cx="2943225" cy="3514725"/>
          </a:xfrm>
          <a:custGeom>
            <a:avLst/>
            <a:gdLst>
              <a:gd name="connsiteX0" fmla="*/ 4417 w 6611"/>
              <a:gd name="connsiteY0" fmla="*/ 31 h 6706"/>
              <a:gd name="connsiteX1" fmla="*/ 3525 w 6611"/>
              <a:gd name="connsiteY1" fmla="*/ 35 h 6706"/>
              <a:gd name="connsiteX2" fmla="*/ 1943 w 6611"/>
              <a:gd name="connsiteY2" fmla="*/ 444 h 6706"/>
              <a:gd name="connsiteX3" fmla="*/ 850 w 6611"/>
              <a:gd name="connsiteY3" fmla="*/ 1131 h 6706"/>
              <a:gd name="connsiteX4" fmla="*/ 7 w 6611"/>
              <a:gd name="connsiteY4" fmla="*/ 2491 h 6706"/>
              <a:gd name="connsiteX5" fmla="*/ 211 w 6611"/>
              <a:gd name="connsiteY5" fmla="*/ 4826 h 6706"/>
              <a:gd name="connsiteX6" fmla="*/ 752 w 6611"/>
              <a:gd name="connsiteY6" fmla="*/ 5937 h 6706"/>
              <a:gd name="connsiteX7" fmla="*/ 1926 w 6611"/>
              <a:gd name="connsiteY7" fmla="*/ 6575 h 6706"/>
              <a:gd name="connsiteX8" fmla="*/ 4060 w 6611"/>
              <a:gd name="connsiteY8" fmla="*/ 6611 h 6706"/>
              <a:gd name="connsiteX9" fmla="*/ 5547 w 6611"/>
              <a:gd name="connsiteY9" fmla="*/ 5965 h 6706"/>
              <a:gd name="connsiteX10" fmla="*/ 6120 w 6611"/>
              <a:gd name="connsiteY10" fmla="*/ 5119 h 6706"/>
              <a:gd name="connsiteX11" fmla="*/ 6193 w 6611"/>
              <a:gd name="connsiteY11" fmla="*/ 4057 h 6706"/>
              <a:gd name="connsiteX12" fmla="*/ 6398 w 6611"/>
              <a:gd name="connsiteY12" fmla="*/ 3222 h 6706"/>
              <a:gd name="connsiteX13" fmla="*/ 6599 w 6611"/>
              <a:gd name="connsiteY13" fmla="*/ 2281 h 6706"/>
              <a:gd name="connsiteX14" fmla="*/ 5278 w 6611"/>
              <a:gd name="connsiteY14" fmla="*/ 246 h 6706"/>
              <a:gd name="connsiteX15" fmla="*/ 4417 w 6611"/>
              <a:gd name="connsiteY15" fmla="*/ 31 h 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0" t="0" r="r" b="b"/>
            <a:pathLst>
              <a:path w="6612" h="6706">
                <a:moveTo>
                  <a:pt x="4417" y="31"/>
                </a:moveTo>
                <a:cubicBezTo>
                  <a:pt x="4275" y="12"/>
                  <a:pt x="4045" y="-31"/>
                  <a:pt x="3525" y="35"/>
                </a:cubicBezTo>
                <a:cubicBezTo>
                  <a:pt x="3006" y="101"/>
                  <a:pt x="2368" y="252"/>
                  <a:pt x="1943" y="444"/>
                </a:cubicBezTo>
                <a:cubicBezTo>
                  <a:pt x="1518" y="636"/>
                  <a:pt x="1206" y="810"/>
                  <a:pt x="850" y="1131"/>
                </a:cubicBezTo>
                <a:cubicBezTo>
                  <a:pt x="494" y="1452"/>
                  <a:pt x="28" y="1938"/>
                  <a:pt x="7" y="2491"/>
                </a:cubicBezTo>
                <a:cubicBezTo>
                  <a:pt x="-27" y="3362"/>
                  <a:pt x="58" y="4271"/>
                  <a:pt x="211" y="4826"/>
                </a:cubicBezTo>
                <a:cubicBezTo>
                  <a:pt x="364" y="5381"/>
                  <a:pt x="482" y="5677"/>
                  <a:pt x="752" y="5937"/>
                </a:cubicBezTo>
                <a:cubicBezTo>
                  <a:pt x="1022" y="6197"/>
                  <a:pt x="1328" y="6417"/>
                  <a:pt x="1926" y="6575"/>
                </a:cubicBezTo>
                <a:cubicBezTo>
                  <a:pt x="2524" y="6733"/>
                  <a:pt x="3366" y="6751"/>
                  <a:pt x="4060" y="6611"/>
                </a:cubicBezTo>
                <a:cubicBezTo>
                  <a:pt x="4755" y="6471"/>
                  <a:pt x="5352" y="6115"/>
                  <a:pt x="5547" y="5965"/>
                </a:cubicBezTo>
                <a:cubicBezTo>
                  <a:pt x="5742" y="5815"/>
                  <a:pt x="6019" y="5562"/>
                  <a:pt x="6120" y="5119"/>
                </a:cubicBezTo>
                <a:cubicBezTo>
                  <a:pt x="6221" y="4677"/>
                  <a:pt x="6140" y="4535"/>
                  <a:pt x="6193" y="4057"/>
                </a:cubicBezTo>
                <a:cubicBezTo>
                  <a:pt x="6221" y="3778"/>
                  <a:pt x="6310" y="3490"/>
                  <a:pt x="6398" y="3222"/>
                </a:cubicBezTo>
                <a:cubicBezTo>
                  <a:pt x="6538" y="2812"/>
                  <a:pt x="6563" y="2596"/>
                  <a:pt x="6599" y="2281"/>
                </a:cubicBezTo>
                <a:cubicBezTo>
                  <a:pt x="6700" y="1390"/>
                  <a:pt x="6184" y="599"/>
                  <a:pt x="5278" y="246"/>
                </a:cubicBezTo>
                <a:cubicBezTo>
                  <a:pt x="5003" y="136"/>
                  <a:pt x="4559" y="50"/>
                  <a:pt x="4417" y="31"/>
                </a:cubicBezTo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7" name="图片 6" descr="D:\工作文件\临时素材\无人机5资源-1@600x-8.png无人机5资源-1@600x-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/>
          <a:srcRect l="150" r="150"/>
          <a:stretch>
            <a:fillRect/>
          </a:stretch>
        </p:blipFill>
        <p:spPr>
          <a:xfrm>
            <a:off x="869950" y="1550035"/>
            <a:ext cx="3757930" cy="32626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461000" y="3408045"/>
            <a:ext cx="5892800" cy="1761490"/>
          </a:xfrm>
        </p:spPr>
        <p:txBody>
          <a:bodyPr wrap="square" lIns="0" tIns="0" rIns="0" bIns="0" anchor="t" anchorCtr="0">
            <a:normAutofit/>
          </a:bodyPr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461000" y="2364740"/>
            <a:ext cx="5892800" cy="96012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b" anchorCtr="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4800" b="1" u="none" strike="noStrike" kern="1200" cap="none" spc="100" normalizeH="0">
                <a:solidFill>
                  <a:schemeClr val="accent1"/>
                </a:solidFill>
                <a:uFillTx/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4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2026/6/8</a:t>
            </a:fld>
            <a:endParaRPr lang="zh-CN" altLang="en-US" dirty="0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5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6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325" y="1276350"/>
            <a:ext cx="5324475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276350"/>
            <a:ext cx="5322600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2026/6/8</a:t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95326" y="1276350"/>
            <a:ext cx="5302250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95326" y="2061275"/>
            <a:ext cx="5302250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3"/>
            </p:custDataLst>
          </p:nvPr>
        </p:nvSpPr>
        <p:spPr>
          <a:xfrm>
            <a:off x="6172200" y="1276350"/>
            <a:ext cx="5329238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172200" y="2061275"/>
            <a:ext cx="5329238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2026/6/8</a:t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325" y="360000"/>
            <a:ext cx="10806113" cy="581760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325" y="1296000"/>
            <a:ext cx="10806113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1"/>
            </p:custDataLst>
          </p:nvPr>
        </p:nvSpPr>
        <p:spPr>
          <a:xfrm>
            <a:off x="6217227" y="854899"/>
            <a:ext cx="5597566" cy="5917440"/>
          </a:xfrm>
          <a:custGeom>
            <a:avLst/>
            <a:gdLst>
              <a:gd name="connsiteX0" fmla="*/ 3604196 w 5597566"/>
              <a:gd name="connsiteY0" fmla="*/ 127 h 5917440"/>
              <a:gd name="connsiteX1" fmla="*/ 5020674 w 5597566"/>
              <a:gd name="connsiteY1" fmla="*/ 776538 h 5917440"/>
              <a:gd name="connsiteX2" fmla="*/ 5376373 w 5597566"/>
              <a:gd name="connsiteY2" fmla="*/ 1444944 h 5917440"/>
              <a:gd name="connsiteX3" fmla="*/ 5557177 w 5597566"/>
              <a:gd name="connsiteY3" fmla="*/ 2184215 h 5917440"/>
              <a:gd name="connsiteX4" fmla="*/ 5545132 w 5597566"/>
              <a:gd name="connsiteY4" fmla="*/ 3578297 h 5917440"/>
              <a:gd name="connsiteX5" fmla="*/ 5202018 w 5597566"/>
              <a:gd name="connsiteY5" fmla="*/ 4624938 h 5917440"/>
              <a:gd name="connsiteX6" fmla="*/ 4250176 w 5597566"/>
              <a:gd name="connsiteY6" fmla="*/ 5603523 h 5917440"/>
              <a:gd name="connsiteX7" fmla="*/ 2275095 w 5597566"/>
              <a:gd name="connsiteY7" fmla="*/ 5916586 h 5917440"/>
              <a:gd name="connsiteX8" fmla="*/ 1243715 w 5597566"/>
              <a:gd name="connsiteY8" fmla="*/ 5698027 h 5917440"/>
              <a:gd name="connsiteX9" fmla="*/ 473239 w 5597566"/>
              <a:gd name="connsiteY9" fmla="*/ 4857811 h 5917440"/>
              <a:gd name="connsiteX10" fmla="*/ 2965 w 5597566"/>
              <a:gd name="connsiteY10" fmla="*/ 3098601 h 5917440"/>
              <a:gd name="connsiteX11" fmla="*/ 230813 w 5597566"/>
              <a:gd name="connsiteY11" fmla="*/ 1734249 h 5917440"/>
              <a:gd name="connsiteX12" fmla="*/ 812883 w 5597566"/>
              <a:gd name="connsiteY12" fmla="*/ 1085274 h 5917440"/>
              <a:gd name="connsiteX13" fmla="*/ 1676967 w 5597566"/>
              <a:gd name="connsiteY13" fmla="*/ 805643 h 5917440"/>
              <a:gd name="connsiteX14" fmla="*/ 2325887 w 5597566"/>
              <a:gd name="connsiteY14" fmla="*/ 463589 h 5917440"/>
              <a:gd name="connsiteX15" fmla="*/ 3063384 w 5597566"/>
              <a:gd name="connsiteY15" fmla="*/ 102968 h 5917440"/>
              <a:gd name="connsiteX16" fmla="*/ 3604196 w 5597566"/>
              <a:gd name="connsiteY16" fmla="*/ 127 h 591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97566" h="5917440">
                <a:moveTo>
                  <a:pt x="3604196" y="127"/>
                </a:moveTo>
                <a:cubicBezTo>
                  <a:pt x="4143157" y="-6764"/>
                  <a:pt x="4661253" y="268656"/>
                  <a:pt x="5020674" y="776538"/>
                </a:cubicBezTo>
                <a:cubicBezTo>
                  <a:pt x="5168497" y="981494"/>
                  <a:pt x="5331334" y="1331311"/>
                  <a:pt x="5376373" y="1444944"/>
                </a:cubicBezTo>
                <a:cubicBezTo>
                  <a:pt x="5421411" y="1558578"/>
                  <a:pt x="5504481" y="1740109"/>
                  <a:pt x="5557177" y="2184215"/>
                </a:cubicBezTo>
                <a:cubicBezTo>
                  <a:pt x="5609665" y="2627494"/>
                  <a:pt x="5616351" y="3186831"/>
                  <a:pt x="5545132" y="3578297"/>
                </a:cubicBezTo>
                <a:cubicBezTo>
                  <a:pt x="5473912" y="3969764"/>
                  <a:pt x="5394269" y="4263968"/>
                  <a:pt x="5202018" y="4624938"/>
                </a:cubicBezTo>
                <a:cubicBezTo>
                  <a:pt x="5009767" y="4985909"/>
                  <a:pt x="4703629" y="5471999"/>
                  <a:pt x="4250176" y="5603523"/>
                </a:cubicBezTo>
                <a:cubicBezTo>
                  <a:pt x="3536157" y="5811445"/>
                  <a:pt x="2766119" y="5928695"/>
                  <a:pt x="2275095" y="5916586"/>
                </a:cubicBezTo>
                <a:cubicBezTo>
                  <a:pt x="1784072" y="5904476"/>
                  <a:pt x="1514679" y="5867884"/>
                  <a:pt x="1243715" y="5698027"/>
                </a:cubicBezTo>
                <a:cubicBezTo>
                  <a:pt x="972750" y="5528171"/>
                  <a:pt x="727468" y="5320256"/>
                  <a:pt x="473239" y="4857811"/>
                </a:cubicBezTo>
                <a:cubicBezTo>
                  <a:pt x="219012" y="4395366"/>
                  <a:pt x="30316" y="3702028"/>
                  <a:pt x="2965" y="3098601"/>
                </a:cubicBezTo>
                <a:cubicBezTo>
                  <a:pt x="-24592" y="2494347"/>
                  <a:pt x="146889" y="1926640"/>
                  <a:pt x="230813" y="1734249"/>
                </a:cubicBezTo>
                <a:cubicBezTo>
                  <a:pt x="314738" y="1541857"/>
                  <a:pt x="467003" y="1260322"/>
                  <a:pt x="812883" y="1085274"/>
                </a:cubicBezTo>
                <a:cubicBezTo>
                  <a:pt x="1157935" y="910432"/>
                  <a:pt x="1292205" y="948179"/>
                  <a:pt x="1676967" y="805643"/>
                </a:cubicBezTo>
                <a:cubicBezTo>
                  <a:pt x="1902150" y="724878"/>
                  <a:pt x="2122194" y="591756"/>
                  <a:pt x="2325887" y="463589"/>
                </a:cubicBezTo>
                <a:cubicBezTo>
                  <a:pt x="2636399" y="263066"/>
                  <a:pt x="2810049" y="197787"/>
                  <a:pt x="3063384" y="102968"/>
                </a:cubicBezTo>
                <a:cubicBezTo>
                  <a:pt x="3242571" y="36089"/>
                  <a:pt x="3424543" y="2424"/>
                  <a:pt x="3604196" y="1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6" t="-1" r="15418" b="631"/>
          <a:stretch>
            <a:fillRect/>
          </a:stretch>
        </p:blipFill>
        <p:spPr>
          <a:xfrm>
            <a:off x="5990590" y="2422525"/>
            <a:ext cx="5417185" cy="44323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695325" y="1304926"/>
            <a:ext cx="540067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zh-CN" altLang="en-US" dirty="0"/>
              <a:t>编辑母版标题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02000" y="3740785"/>
            <a:ext cx="2880000" cy="57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ags" Target="../tags/tag1.xml"/><Relationship Id="rId7" Type="http://schemas.openxmlformats.org/officeDocument/2006/relationships/tags" Target="../tags/tag5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3.xml"/><Relationship Id="rId17" Type="http://schemas.openxmlformats.org/officeDocument/2006/relationships/tags" Target="../tags/tag17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16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15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95325" y="1283335"/>
            <a:ext cx="10801350" cy="489458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95325" y="6356350"/>
            <a:ext cx="2886075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2026/6/8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6350"/>
            <a:ext cx="2884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325" y="1283335"/>
            <a:ext cx="10801350" cy="489458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325" y="6356350"/>
            <a:ext cx="2886075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2026/6/8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56350"/>
            <a:ext cx="2884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slideLayout" Target="../slideLayouts/slideLayout11.xml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tags" Target="../tags/tag95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tags" Target="../tags/tag94.xml"/><Relationship Id="rId5" Type="http://schemas.openxmlformats.org/officeDocument/2006/relationships/tags" Target="../tags/tag88.xml"/><Relationship Id="rId10" Type="http://schemas.openxmlformats.org/officeDocument/2006/relationships/tags" Target="../tags/tag93.xml"/><Relationship Id="rId4" Type="http://schemas.openxmlformats.org/officeDocument/2006/relationships/tags" Target="../tags/tag87.xml"/><Relationship Id="rId9" Type="http://schemas.openxmlformats.org/officeDocument/2006/relationships/tags" Target="../tags/tag9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4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tags" Target="../tags/tag111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101.xml"/><Relationship Id="rId21" Type="http://schemas.openxmlformats.org/officeDocument/2006/relationships/image" Target="../media/image6.svg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17" Type="http://schemas.openxmlformats.org/officeDocument/2006/relationships/tags" Target="../tags/tag115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20" Type="http://schemas.openxmlformats.org/officeDocument/2006/relationships/image" Target="../media/image5.svg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10" Type="http://schemas.openxmlformats.org/officeDocument/2006/relationships/tags" Target="../tags/tag108.xml"/><Relationship Id="rId19" Type="http://schemas.openxmlformats.org/officeDocument/2006/relationships/notesSlide" Target="../notesSlides/notesSlide2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Relationship Id="rId22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汇报人：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6" name="序号"/>
          <p:cNvSpPr txBox="1"/>
          <p:nvPr>
            <p:custDataLst>
              <p:tags r:id="rId3"/>
            </p:custDataLst>
          </p:nvPr>
        </p:nvSpPr>
        <p:spPr>
          <a:xfrm>
            <a:off x="5539105" y="1811655"/>
            <a:ext cx="791210" cy="8470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01.</a:t>
            </a:r>
          </a:p>
        </p:txBody>
      </p:sp>
      <p:sp>
        <p:nvSpPr>
          <p:cNvPr id="7" name="项标题"/>
          <p:cNvSpPr txBox="1"/>
          <p:nvPr>
            <p:custDataLst>
              <p:tags r:id="rId4"/>
            </p:custDataLst>
          </p:nvPr>
        </p:nvSpPr>
        <p:spPr>
          <a:xfrm>
            <a:off x="6534150" y="1811655"/>
            <a:ext cx="4804410" cy="8413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9" name="序号"/>
          <p:cNvSpPr txBox="1"/>
          <p:nvPr>
            <p:custDataLst>
              <p:tags r:id="rId5"/>
            </p:custDataLst>
          </p:nvPr>
        </p:nvSpPr>
        <p:spPr>
          <a:xfrm>
            <a:off x="5539105" y="2653030"/>
            <a:ext cx="791210" cy="8413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02.</a:t>
            </a:r>
          </a:p>
        </p:txBody>
      </p:sp>
      <p:sp>
        <p:nvSpPr>
          <p:cNvPr id="10" name="项标题"/>
          <p:cNvSpPr txBox="1"/>
          <p:nvPr>
            <p:custDataLst>
              <p:tags r:id="rId6"/>
            </p:custDataLst>
          </p:nvPr>
        </p:nvSpPr>
        <p:spPr>
          <a:xfrm>
            <a:off x="6534150" y="2653030"/>
            <a:ext cx="4804410" cy="8413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endParaRPr lang="zh-CN" altLang="en-US" sz="24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2" name="序号"/>
          <p:cNvSpPr txBox="1"/>
          <p:nvPr>
            <p:custDataLst>
              <p:tags r:id="rId7"/>
            </p:custDataLst>
          </p:nvPr>
        </p:nvSpPr>
        <p:spPr>
          <a:xfrm>
            <a:off x="5539105" y="3494405"/>
            <a:ext cx="791210" cy="8413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03.</a:t>
            </a:r>
          </a:p>
        </p:txBody>
      </p:sp>
      <p:sp>
        <p:nvSpPr>
          <p:cNvPr id="13" name="项标题"/>
          <p:cNvSpPr txBox="1"/>
          <p:nvPr>
            <p:custDataLst>
              <p:tags r:id="rId8"/>
            </p:custDataLst>
          </p:nvPr>
        </p:nvSpPr>
        <p:spPr>
          <a:xfrm>
            <a:off x="6534150" y="3494405"/>
            <a:ext cx="4804410" cy="8413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endParaRPr lang="zh-CN" altLang="en-US" sz="24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5" name="序号"/>
          <p:cNvSpPr txBox="1"/>
          <p:nvPr>
            <p:custDataLst>
              <p:tags r:id="rId9"/>
            </p:custDataLst>
          </p:nvPr>
        </p:nvSpPr>
        <p:spPr>
          <a:xfrm>
            <a:off x="5539105" y="4335780"/>
            <a:ext cx="791210" cy="8356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04.</a:t>
            </a:r>
          </a:p>
        </p:txBody>
      </p:sp>
      <p:sp>
        <p:nvSpPr>
          <p:cNvPr id="16" name="项标题"/>
          <p:cNvSpPr txBox="1"/>
          <p:nvPr>
            <p:custDataLst>
              <p:tags r:id="rId10"/>
            </p:custDataLst>
          </p:nvPr>
        </p:nvSpPr>
        <p:spPr>
          <a:xfrm>
            <a:off x="6534150" y="4335780"/>
            <a:ext cx="4804410" cy="8413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endParaRPr lang="zh-CN" altLang="en-US" sz="24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8" name="序号"/>
          <p:cNvSpPr txBox="1"/>
          <p:nvPr>
            <p:custDataLst>
              <p:tags r:id="rId11"/>
            </p:custDataLst>
          </p:nvPr>
        </p:nvSpPr>
        <p:spPr>
          <a:xfrm>
            <a:off x="5539105" y="5177155"/>
            <a:ext cx="791210" cy="8356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05.</a:t>
            </a:r>
          </a:p>
        </p:txBody>
      </p:sp>
      <p:sp>
        <p:nvSpPr>
          <p:cNvPr id="11" name="项标题"/>
          <p:cNvSpPr txBox="1"/>
          <p:nvPr>
            <p:custDataLst>
              <p:tags r:id="rId12"/>
            </p:custDataLst>
          </p:nvPr>
        </p:nvSpPr>
        <p:spPr>
          <a:xfrm>
            <a:off x="6534150" y="5177155"/>
            <a:ext cx="4804410" cy="8413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endParaRPr lang="zh-CN" altLang="en-US" sz="24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/>
          <a:p>
            <a:pPr algn="l"/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noFill/>
        </p:spPr>
        <p:txBody>
          <a:bodyPr wrap="square">
            <a:normAutofit/>
          </a:bodyPr>
          <a:lstStyle/>
          <a:p>
            <a:r>
              <a:rPr lang="en-US" altLang="zh-CN" dirty="0"/>
              <a:t>01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标题 4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noFill/>
        </p:spPr>
        <p:txBody>
          <a:bodyPr wrap="square" lIns="91440" tIns="45720" rIns="91440" bIns="45720" rtlCol="0" anchor="b">
            <a:noAutofit/>
          </a:bodyPr>
          <a:lstStyle/>
          <a:p>
            <a:endParaRPr lang="zh-CN" altLang="en-US" dirty="0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1733128" y="2791217"/>
            <a:ext cx="1034696" cy="1034696"/>
          </a:xfrm>
          <a:prstGeom prst="ellipse">
            <a:avLst/>
          </a:prstGeom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675979" y="4037062"/>
            <a:ext cx="1148784" cy="4756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7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01</a:t>
            </a:r>
          </a:p>
        </p:txBody>
      </p:sp>
      <p:sp>
        <p:nvSpPr>
          <p:cNvPr id="15" name="矩形 14"/>
          <p:cNvSpPr/>
          <p:nvPr>
            <p:custDataLst>
              <p:tags r:id="rId5"/>
            </p:custDataLst>
          </p:nvPr>
        </p:nvSpPr>
        <p:spPr>
          <a:xfrm>
            <a:off x="962253" y="5002242"/>
            <a:ext cx="2575932" cy="146237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深度学习是一种由多个处理层构成的计算模型，这些层次相互协作，对数据进行逐步深入的处理。</a:t>
            </a:r>
          </a:p>
        </p:txBody>
      </p:sp>
      <p:sp>
        <p:nvSpPr>
          <p:cNvPr id="17" name="椭圆 16"/>
          <p:cNvSpPr/>
          <p:nvPr>
            <p:custDataLst>
              <p:tags r:id="rId6"/>
            </p:custDataLst>
          </p:nvPr>
        </p:nvSpPr>
        <p:spPr>
          <a:xfrm>
            <a:off x="5600834" y="2791217"/>
            <a:ext cx="1034696" cy="1034696"/>
          </a:xfrm>
          <a:prstGeom prst="ellipse">
            <a:avLst/>
          </a:prstGeom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18" name="矩形 17"/>
          <p:cNvSpPr/>
          <p:nvPr>
            <p:custDataLst>
              <p:tags r:id="rId7"/>
            </p:custDataLst>
          </p:nvPr>
        </p:nvSpPr>
        <p:spPr>
          <a:xfrm>
            <a:off x="5543686" y="4028807"/>
            <a:ext cx="1148784" cy="4756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7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02</a:t>
            </a:r>
          </a:p>
        </p:txBody>
      </p:sp>
      <p:sp>
        <p:nvSpPr>
          <p:cNvPr id="34" name="矩形 33"/>
          <p:cNvSpPr/>
          <p:nvPr>
            <p:custDataLst>
              <p:tags r:id="rId8"/>
            </p:custDataLst>
          </p:nvPr>
        </p:nvSpPr>
        <p:spPr>
          <a:xfrm>
            <a:off x="4830595" y="4993988"/>
            <a:ext cx="2575932" cy="146237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它能够学习具有多个抽象层次的数据表示，从原始数据开始，逐渐提炼出更高级、更抽象的特征。</a:t>
            </a:r>
          </a:p>
        </p:txBody>
      </p:sp>
      <p:sp>
        <p:nvSpPr>
          <p:cNvPr id="35" name="椭圆 34"/>
          <p:cNvSpPr/>
          <p:nvPr>
            <p:custDataLst>
              <p:tags r:id="rId9"/>
            </p:custDataLst>
          </p:nvPr>
        </p:nvSpPr>
        <p:spPr>
          <a:xfrm>
            <a:off x="9469176" y="2791217"/>
            <a:ext cx="1034696" cy="1034696"/>
          </a:xfrm>
          <a:prstGeom prst="ellipse">
            <a:avLst/>
          </a:prstGeom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36" name="矩形 35"/>
          <p:cNvSpPr/>
          <p:nvPr>
            <p:custDataLst>
              <p:tags r:id="rId10"/>
            </p:custDataLst>
          </p:nvPr>
        </p:nvSpPr>
        <p:spPr>
          <a:xfrm>
            <a:off x="9412027" y="4028807"/>
            <a:ext cx="1148785" cy="4756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7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03</a:t>
            </a:r>
          </a:p>
        </p:txBody>
      </p:sp>
      <p:sp>
        <p:nvSpPr>
          <p:cNvPr id="37" name="矩形 36"/>
          <p:cNvSpPr/>
          <p:nvPr>
            <p:custDataLst>
              <p:tags r:id="rId11"/>
            </p:custDataLst>
          </p:nvPr>
        </p:nvSpPr>
        <p:spPr>
          <a:xfrm>
            <a:off x="8698302" y="4993988"/>
            <a:ext cx="2575932" cy="146237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深度学习在众多领域显著提升了技术水平，如在语音识别、视觉对象识别、药物发现和基因组学等方面都取得了突破性进展。</a:t>
            </a:r>
          </a:p>
        </p:txBody>
      </p:sp>
      <p:sp>
        <p:nvSpPr>
          <p:cNvPr id="38" name="矩形 37"/>
          <p:cNvSpPr/>
          <p:nvPr>
            <p:custDataLst>
              <p:tags r:id="rId12"/>
            </p:custDataLst>
          </p:nvPr>
        </p:nvSpPr>
        <p:spPr>
          <a:xfrm>
            <a:off x="962253" y="4536797"/>
            <a:ext cx="2577548" cy="3758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多层计算模型</a:t>
            </a:r>
          </a:p>
        </p:txBody>
      </p:sp>
      <p:sp>
        <p:nvSpPr>
          <p:cNvPr id="39" name="矩形 38"/>
          <p:cNvSpPr/>
          <p:nvPr>
            <p:custDataLst>
              <p:tags r:id="rId13"/>
            </p:custDataLst>
          </p:nvPr>
        </p:nvSpPr>
        <p:spPr>
          <a:xfrm>
            <a:off x="4830595" y="4536797"/>
            <a:ext cx="2577548" cy="3758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抽象层次的数据表示学习</a:t>
            </a:r>
          </a:p>
        </p:txBody>
      </p:sp>
      <p:sp>
        <p:nvSpPr>
          <p:cNvPr id="40" name="矩形 39"/>
          <p:cNvSpPr/>
          <p:nvPr>
            <p:custDataLst>
              <p:tags r:id="rId14"/>
            </p:custDataLst>
          </p:nvPr>
        </p:nvSpPr>
        <p:spPr>
          <a:xfrm>
            <a:off x="8698302" y="4536797"/>
            <a:ext cx="2577548" cy="3758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多领域技术水平提升</a:t>
            </a:r>
          </a:p>
        </p:txBody>
      </p:sp>
      <p:pic>
        <p:nvPicPr>
          <p:cNvPr id="46" name="图形 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980138" y="3038862"/>
            <a:ext cx="542632" cy="539849"/>
          </a:xfrm>
          <a:prstGeom prst="rect">
            <a:avLst/>
          </a:prstGeom>
        </p:spPr>
      </p:pic>
      <p:pic>
        <p:nvPicPr>
          <p:cNvPr id="47" name="图形 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866259" y="3064262"/>
            <a:ext cx="505642" cy="488972"/>
          </a:xfrm>
          <a:prstGeom prst="rect">
            <a:avLst/>
          </a:prstGeom>
        </p:spPr>
      </p:pic>
      <p:pic>
        <p:nvPicPr>
          <p:cNvPr id="48" name="图形 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739681" y="3038862"/>
            <a:ext cx="495323" cy="5398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altLang="zh-CN" dirty="0"/>
              <a:t>Thank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汇报人：</a:t>
            </a:r>
            <a:endParaRPr lang="en-US" altLang="zh-CN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CATEGORY" val="custom"/>
  <p:tag name="KSO_WM_TEMPLATE_INDEX" val="2023098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40"/>
  <p:tag name="KSO_WM_UNIT_TYPE" val="f"/>
  <p:tag name="KSO_WM_UNIT_INDEX" val="1"/>
  <p:tag name="KSO_WM_TEMPLATE_CATEGORY" val="custom"/>
  <p:tag name="KSO_WM_TEMPLATE_INDEX" val="2023098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980"/>
  <p:tag name="KSO_WM_TEMPLATE_THUMBS_INDEX" val="1、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CATEGORY" val="custom"/>
  <p:tag name="KSO_WM_TEMPLATE_INDEX" val="2023098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40"/>
  <p:tag name="KSO_WM_UNIT_TYPE" val="f"/>
  <p:tag name="KSO_WM_UNIT_INDEX" val="1"/>
  <p:tag name="KSO_WM_TEMPLATE_CATEGORY" val="custom"/>
  <p:tag name="KSO_WM_TEMPLATE_INDEX" val="2023098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980"/>
  <p:tag name="KSO_WM_TEMPLATE_THUMBS_INDEX" val="1、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9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980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980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12567"/>
  <p:tag name="KSO_WM_SLIDE_THEME_NAME" val="紫色业绩汇报办公插画主题模板"/>
  <p:tag name="CP_OUTLINE_TITLE" val="深度学习：原理、架构与应用"/>
  <p:tag name="CP_OUTLINE_TYPE" val="pt_titl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980_1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PRESET_TEXT" val="添加文档标题"/>
  <p:tag name="KSO_WM_UNIT_TEXT_TYPE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980_1*f*1"/>
  <p:tag name="KSO_WM_TEMPLATE_CATEGORY" val="custom"/>
  <p:tag name="KSO_WM_TEMPLATE_INDEX" val="20230980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980_5"/>
  <p:tag name="KSO_WM_TEMPLATE_SUBCATEGORY" val="29"/>
  <p:tag name="KSO_WM_TEMPLATE_MASTER_TYPE" val="0"/>
  <p:tag name="KSO_WM_TEMPLATE_COLOR_TYPE" val="0"/>
  <p:tag name="KSO_WM_SLIDE_ITEM_CNT" val="5"/>
  <p:tag name="KSO_WM_SLIDE_INDEX" val="5"/>
  <p:tag name="KSO_WM_TAG_VERSION" val="3.0"/>
  <p:tag name="KSO_WM_BEAUTIFY_FLAG" val="#wm#"/>
  <p:tag name="KSO_WM_TEMPLATE_CATEGORY" val="custom"/>
  <p:tag name="KSO_WM_TEMPLATE_INDEX" val="20230980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  <p:tag name="CP_OUTLINE_TITLE" val="目录"/>
  <p:tag name="CP_OUTLINE_TYPE" val="pt_contents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5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980_5*l_h_i*1_1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0980_5*l_h_a*1_1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980_5*l_h_i*1_2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0980_5*l_h_a*1_2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980_5*l_h_i*1_3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0980_5*l_h_a*1_3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980_5*l_h_i*1_4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0980_5*l_h_a*1_4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230980_5*l_h_i*1_5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20230980_5*l_h_a*1_5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980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980"/>
  <p:tag name="KSO_WM_SLIDE_TYPE" val="sectionTitle"/>
  <p:tag name="KSO_WM_SLIDE_SUBTYPE" val="pureTxt"/>
  <p:tag name="KSO_WM_SLIDE_LAYOUT" val="a_e"/>
  <p:tag name="KSO_WM_SLIDE_LAYOUT_CNT" val="1_1"/>
  <p:tag name="KSO_WM_SLIDE_THEME_ID" val="3312567"/>
  <p:tag name="KSO_WM_SLIDE_THEME_NAME" val="紫色业绩汇报办公插画主题模板"/>
  <p:tag name="CP_OUTLINE_TITLE" val="深度学习概述"/>
  <p:tag name="CP_OUTLINE_TYPE" val="pt_section_titl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7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0980_7*e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2454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2454"/>
  <p:tag name="KSO_WM_SLIDE_TYPE" val="text"/>
  <p:tag name="KSO_WM_SLIDE_SUBTYPE" val="diag"/>
  <p:tag name="KSO_WM_SLIDE_SIZE" val="960.331*418.806"/>
  <p:tag name="KSO_WM_SLIDE_POSITION" val="-0.330472*121.501"/>
  <p:tag name="KSO_WM_SLIDE_LAYOUT" val="a_l"/>
  <p:tag name="KSO_WM_SLIDE_LAYOUT_CNT" val="1_1"/>
  <p:tag name="KSO_WM_SPECIAL_SOURCE" val="bdnull"/>
  <p:tag name="KSO_WM_DIAGRAM_GROUP_CODE" val="l1-1"/>
  <p:tag name="KSO_WM_SLIDE_DIAGTYPE" val="l"/>
  <p:tag name="CP_OUTLINE_TITLE" val="深度学习的定义"/>
  <p:tag name="CP_OUTLINE_TYPE" val="pt_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4*a*1"/>
  <p:tag name="KSO_WM_TEMPLATE_CATEGORY" val="diagram"/>
  <p:tag name="KSO_WM_TEMPLATE_INDEX" val="202324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5"/>
  <p:tag name="KSO_WM_DIAGRAM_GROUP_CODE" val="l1-1"/>
  <p:tag name="KSO_WM_UNIT_TYPE" val="a"/>
  <p:tag name="KSO_WM_UNIT_INDEX" val="1"/>
  <p:tag name="KSO_WM_UNIT_PRESET_TEXT" val="单击此处添加标题"/>
  <p:tag name="KSO_WM_UNIT_TEXT_TYPE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2*l_h_i*1_1_2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2454_2*l_h_i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2454_2*l_h_f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项正文，文字是思想的提炼，请尽量言简意赅的阐述观点，单击此处输入项正文"/>
  <p:tag name="KSO_WM_UNIT_TEXT_FILL_FORE_SCHEMECOLOR_INDEX" val="1"/>
  <p:tag name="KSO_WM_UNIT_TEXT_FILL_TYPE" val="1"/>
  <p:tag name="KSO_WM_UNIT_TEXT_TYPE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2*l_h_i*1_2_2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2454_2*l_h_i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2454_2*l_h_f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项正文，文字是思想的提炼，请尽量言简意赅的阐述观点，单击此处输入项正文"/>
  <p:tag name="KSO_WM_UNIT_TEXT_FILL_FORE_SCHEMECOLOR_INDEX" val="1"/>
  <p:tag name="KSO_WM_UNIT_TEXT_FILL_TYPE" val="1"/>
  <p:tag name="KSO_WM_UNIT_TEXT_TYPE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2*l_h_i*1_3_2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2454_2*l_h_i*1_3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2454_2*l_h_f*1_3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项正文，文字是思想的提炼，请尽量言简意赅的阐述观点，单击此处输入项正文"/>
  <p:tag name="KSO_WM_UNIT_TEXT_FILL_FORE_SCHEMECOLOR_INDEX" val="1"/>
  <p:tag name="KSO_WM_UNIT_TEXT_FILL_TYPE" val="1"/>
  <p:tag name="KSO_WM_UNIT_TEXT_TYPE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2454_2*l_h_a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2454_2*l_h_a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2454_2*l_h_a*1_3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2454_2*l_h_x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150*150"/>
  <p:tag name="KSO_WM_UNIT_TYPE" val="l_h_x"/>
  <p:tag name="KSO_WM_UNIT_INDEX" val="1_1_1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2454_2*l_h_x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136*140"/>
  <p:tag name="KSO_WM_UNIT_TYPE" val="l_h_x"/>
  <p:tag name="KSO_WM_UNIT_INDEX" val="1_2_1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2454_2*l_h_x*1_3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150*137"/>
  <p:tag name="KSO_WM_UNIT_TYPE" val="l_h_x"/>
  <p:tag name="KSO_WM_UNIT_INDEX" val="1_3_1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980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980"/>
  <p:tag name="KSO_WM_SLIDE_TYPE" val="endPage"/>
  <p:tag name="KSO_WM_SLIDE_SUBTYPE" val="pureTxt"/>
  <p:tag name="KSO_WM_SLIDE_LAYOUT" val="a_f"/>
  <p:tag name="KSO_WM_SLIDE_LAYOUT_CNT" val="1_1"/>
  <p:tag name="KSO_WM_SLIDE_THEME_ID" val="3312567"/>
  <p:tag name="KSO_WM_SLIDE_THEME_NAME" val="紫色业绩汇报办公插画主题模板"/>
  <p:tag name="CP_OUTLINE_TITLE" val="谢谢"/>
  <p:tag name="CP_OUTLINE_TYPE" val="pt_end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9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980_9*f*1"/>
  <p:tag name="KSO_WM_TEMPLATE_CATEGORY" val="custom"/>
  <p:tag name="KSO_WM_TEMPLATE_INDEX" val="20230980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15">
      <a:dk1>
        <a:srgbClr val="000000"/>
      </a:dk1>
      <a:lt1>
        <a:srgbClr val="FFFFFF"/>
      </a:lt1>
      <a:dk2>
        <a:srgbClr val="43435B"/>
      </a:dk2>
      <a:lt2>
        <a:srgbClr val="EBE9F7"/>
      </a:lt2>
      <a:accent1>
        <a:srgbClr val="5C52BA"/>
      </a:accent1>
      <a:accent2>
        <a:srgbClr val="7C65A2"/>
      </a:accent2>
      <a:accent3>
        <a:srgbClr val="9C7889"/>
      </a:accent3>
      <a:accent4>
        <a:srgbClr val="BB8A71"/>
      </a:accent4>
      <a:accent5>
        <a:srgbClr val="DB9D58"/>
      </a:accent5>
      <a:accent6>
        <a:srgbClr val="FBB040"/>
      </a:accent6>
      <a:hlink>
        <a:srgbClr val="000000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115">
      <a:dk1>
        <a:srgbClr val="000000"/>
      </a:dk1>
      <a:lt1>
        <a:srgbClr val="FFFFFF"/>
      </a:lt1>
      <a:dk2>
        <a:srgbClr val="43435B"/>
      </a:dk2>
      <a:lt2>
        <a:srgbClr val="EBE9F7"/>
      </a:lt2>
      <a:accent1>
        <a:srgbClr val="5C52BA"/>
      </a:accent1>
      <a:accent2>
        <a:srgbClr val="7C65A2"/>
      </a:accent2>
      <a:accent3>
        <a:srgbClr val="9C7889"/>
      </a:accent3>
      <a:accent4>
        <a:srgbClr val="BB8A71"/>
      </a:accent4>
      <a:accent5>
        <a:srgbClr val="DB9D58"/>
      </a:accent5>
      <a:accent6>
        <a:srgbClr val="FBB040"/>
      </a:accent6>
      <a:hlink>
        <a:srgbClr val="000000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2167</TotalTime>
  <Words>128</Words>
  <Application>Microsoft Macintosh PowerPoint</Application>
  <PresentationFormat>宽屏</PresentationFormat>
  <Paragraphs>22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微软雅黑</vt:lpstr>
      <vt:lpstr>Arial</vt:lpstr>
      <vt:lpstr>Calibri</vt:lpstr>
      <vt:lpstr>Office 主题</vt:lpstr>
      <vt:lpstr>Office 主题​​</vt:lpstr>
      <vt:lpstr>1_Office 主题​​</vt:lpstr>
      <vt:lpstr>PowerPoint 演示文稿</vt:lpstr>
      <vt:lpstr>目录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深度学习：原理、架构与应用</dc:title>
  <dc:creator/>
  <cp:lastModifiedBy>建圣 王</cp:lastModifiedBy>
  <cp:revision>6</cp:revision>
  <dcterms:created xsi:type="dcterms:W3CDTF">2025-03-15T10:30:19Z</dcterms:created>
  <dcterms:modified xsi:type="dcterms:W3CDTF">2026-06-08T07:54:01Z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2052-12.9.0.20332</vt:lpwstr>
  </property>
  <property fmtid="{D5CDD505-2E9C-101B-9397-08002B2CF9AE}" pid="3" name="ICV">
    <vt:lpwstr>B75C98F4C40948689CB49D1002CA5FAC</vt:lpwstr>
  </property>
</Properties>
</file>