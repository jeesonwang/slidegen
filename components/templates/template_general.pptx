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heme/theme5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2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  <p:sldMasterId id="2147483661" r:id="rId3"/>
    <p:sldMasterId id="2147483663" r:id="rId4"/>
  </p:sldMasterIdLst>
  <p:notesMasterIdLst>
    <p:notesMasterId r:id="rId10"/>
  </p:notesMasterIdLst>
  <p:sldIdLst>
    <p:sldId id="263" r:id="rId5"/>
    <p:sldId id="261" r:id="rId6"/>
    <p:sldId id="262" r:id="rId7"/>
    <p:sldId id="282" r:id="rId8"/>
    <p:sldId id="285" r:id="rId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7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3.png"/><Relationship Id="rId5" Type="http://schemas.openxmlformats.org/officeDocument/2006/relationships/tags" Target="../tags/tag15.xml"/><Relationship Id="rId10" Type="http://schemas.openxmlformats.org/officeDocument/2006/relationships/image" Target="../media/image2.jpeg"/><Relationship Id="rId4" Type="http://schemas.openxmlformats.org/officeDocument/2006/relationships/tags" Target="../tags/tag14.xml"/><Relationship Id="rId9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4.png"/><Relationship Id="rId5" Type="http://schemas.openxmlformats.org/officeDocument/2006/relationships/tags" Target="../tags/tag33.xml"/><Relationship Id="rId10" Type="http://schemas.openxmlformats.org/officeDocument/2006/relationships/image" Target="../media/image1.jpeg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6.png"/><Relationship Id="rId5" Type="http://schemas.openxmlformats.org/officeDocument/2006/relationships/tags" Target="../tags/tag51.xml"/><Relationship Id="rId10" Type="http://schemas.openxmlformats.org/officeDocument/2006/relationships/image" Target="../media/image5.jpeg"/><Relationship Id="rId4" Type="http://schemas.openxmlformats.org/officeDocument/2006/relationships/tags" Target="../tags/tag50.xml"/><Relationship Id="rId9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image" Target="../media/image3.png"/><Relationship Id="rId5" Type="http://schemas.openxmlformats.org/officeDocument/2006/relationships/tags" Target="../tags/tag65.xml"/><Relationship Id="rId10" Type="http://schemas.openxmlformats.org/officeDocument/2006/relationships/image" Target="../media/image2.jpeg"/><Relationship Id="rId4" Type="http://schemas.openxmlformats.org/officeDocument/2006/relationships/tags" Target="../tags/tag64.xml"/><Relationship Id="rId9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../media/image4.png"/><Relationship Id="rId5" Type="http://schemas.openxmlformats.org/officeDocument/2006/relationships/tags" Target="../tags/tag73.xml"/><Relationship Id="rId10" Type="http://schemas.openxmlformats.org/officeDocument/2006/relationships/image" Target="../media/image1.jpeg"/><Relationship Id="rId4" Type="http://schemas.openxmlformats.org/officeDocument/2006/relationships/tags" Target="../tags/tag72.xml"/><Relationship Id="rId9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10" Type="http://schemas.openxmlformats.org/officeDocument/2006/relationships/slideMaster" Target="../slideMasters/slideMaster4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97.xml"/><Relationship Id="rId4" Type="http://schemas.openxmlformats.org/officeDocument/2006/relationships/tags" Target="../tags/tag9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4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0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4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10" Type="http://schemas.openxmlformats.org/officeDocument/2006/relationships/image" Target="../media/image6.png"/><Relationship Id="rId4" Type="http://schemas.openxmlformats.org/officeDocument/2006/relationships/tags" Target="../tags/tag114.xml"/><Relationship Id="rId9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章节页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9525"/>
            <a:ext cx="12192635" cy="685673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 rot="10800000" flipV="1">
            <a:off x="0" y="10160"/>
            <a:ext cx="12192635" cy="6847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4000">
                <a:schemeClr val="accent1">
                  <a:alpha val="10000"/>
                </a:scheme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Heavy" panose="00000A00000000000000" charset="-122"/>
            </a:endParaRPr>
          </a:p>
        </p:txBody>
      </p:sp>
      <p:sp>
        <p:nvSpPr>
          <p:cNvPr id="8" name="平行四边形 7"/>
          <p:cNvSpPr/>
          <p:nvPr>
            <p:custDataLst>
              <p:tags r:id="rId3"/>
            </p:custDataLst>
          </p:nvPr>
        </p:nvSpPr>
        <p:spPr>
          <a:xfrm>
            <a:off x="585992" y="5741854"/>
            <a:ext cx="4345547" cy="24928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"/>
            <a:ext cx="12192000" cy="684657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729762" y="4968875"/>
            <a:ext cx="1725245" cy="1317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3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ͼƬ1-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lum contrast="6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3"/>
            </p:custDataLst>
          </p:nvPr>
        </p:nvSpPr>
        <p:spPr>
          <a:xfrm>
            <a:off x="907448" y="4367840"/>
            <a:ext cx="2034000" cy="468000"/>
          </a:xfrm>
          <a:prstGeom prst="roundRect">
            <a:avLst>
              <a:gd name="adj" fmla="val 2597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 algn="ctr"/>
            <a:r>
              <a:rPr dirty="0">
                <a:sym typeface="+mn-ea"/>
              </a:rPr>
              <a:t>署名</a:t>
            </a: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07415" y="1764655"/>
            <a:ext cx="6674452" cy="101633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l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907415" y="2781300"/>
            <a:ext cx="6674485" cy="14770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>
            <p:custDataLst>
              <p:tags r:id="rId1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95960" y="1252800"/>
            <a:ext cx="10800000" cy="49968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344554"/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rgbClr val="344554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>
                <a:sym typeface="+mn-ea"/>
              </a:rPr>
              <a:t>单击此处编辑母版文本样式</a:t>
            </a: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章节页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9525"/>
            <a:ext cx="12192635" cy="685673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 rot="10800000" flipV="1">
            <a:off x="0" y="10160"/>
            <a:ext cx="12192635" cy="68478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4000">
                <a:schemeClr val="accent1">
                  <a:alpha val="10000"/>
                </a:schemeClr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Heavy" panose="00000A00000000000000" charset="-122"/>
            </a:endParaRPr>
          </a:p>
        </p:txBody>
      </p:sp>
      <p:sp>
        <p:nvSpPr>
          <p:cNvPr id="8" name="平行四边形 7"/>
          <p:cNvSpPr/>
          <p:nvPr>
            <p:custDataLst>
              <p:tags r:id="rId3"/>
            </p:custDataLst>
          </p:nvPr>
        </p:nvSpPr>
        <p:spPr>
          <a:xfrm>
            <a:off x="585992" y="5741854"/>
            <a:ext cx="4345547" cy="249280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5"/>
            <a:ext cx="12192000" cy="684657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729762" y="4968875"/>
            <a:ext cx="1725245" cy="1317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A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2197715" cy="68713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1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" y="1270"/>
            <a:ext cx="12191365" cy="6856095"/>
          </a:xfrm>
          <a:prstGeom prst="rect">
            <a:avLst/>
          </a:prstGeom>
        </p:spPr>
      </p:pic>
      <p:sp>
        <p:nvSpPr>
          <p:cNvPr id="13" name="平行四边形 12"/>
          <p:cNvSpPr/>
          <p:nvPr>
            <p:custDataLst>
              <p:tags r:id="rId3"/>
            </p:custDataLst>
          </p:nvPr>
        </p:nvSpPr>
        <p:spPr>
          <a:xfrm>
            <a:off x="6501112" y="3700159"/>
            <a:ext cx="4673600" cy="23304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5000"/>
                </a:schemeClr>
              </a:gs>
              <a:gs pos="23000">
                <a:schemeClr val="accent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605355" y="4452317"/>
            <a:ext cx="1540800" cy="424800"/>
          </a:xfrm>
          <a:prstGeom prst="roundRect">
            <a:avLst>
              <a:gd name="adj" fmla="val 1890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400" b="0" i="0" u="none" strike="noStrike" kern="1200" cap="none" spc="150" normalizeH="0" baseline="0" noProof="1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编辑节编号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096000" y="1985038"/>
            <a:ext cx="5079968" cy="1869371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4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>
            <p:custDataLst>
              <p:tags r:id="rId1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平行四边形 14"/>
          <p:cNvSpPr/>
          <p:nvPr>
            <p:custDataLst>
              <p:tags r:id="rId1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0840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2">
                    <a:lumMod val="2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6"/>
          <p:cNvSpPr/>
          <p:nvPr>
            <p:custDataLst>
              <p:tags r:id="rId1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446399"/>
            <a:ext cx="10801985" cy="573151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平行四边形 7"/>
          <p:cNvSpPr/>
          <p:nvPr>
            <p:custDataLst>
              <p:tags r:id="rId1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 algn="l"/>
            <a:r>
              <a:rPr lang="en-US" altLang="zh-CN">
                <a:sym typeface="+mn-ea"/>
              </a:rPr>
              <a:t>    </a:t>
            </a:r>
            <a:r>
              <a:rPr>
                <a:sym typeface="+mn-ea"/>
              </a:rPr>
              <a:t>单击此处编辑母版副标题样式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ͼƬ1-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lum contrast="6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10">
            <a:duotone>
              <a:prstClr val="black"/>
              <a:schemeClr val="accent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1"/>
            <a:ext cx="12192000" cy="6855858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907448" y="4113702"/>
            <a:ext cx="2034000" cy="468000"/>
          </a:xfrm>
          <a:prstGeom prst="roundRect">
            <a:avLst>
              <a:gd name="adj" fmla="val 25971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</p:spPr>
        <p:txBody>
          <a:bodyPr wrap="square" lIns="0" tIns="0" rIns="0" bIns="0" rtlCol="0" anchor="ctr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150" normalizeH="0" baseline="0" noProof="1" dirty="0">
                <a:solidFill>
                  <a:srgbClr val="FFFFFF"/>
                </a:solidFill>
                <a:effectLst>
                  <a:outerShdw blurRad="50800" dist="50800" dir="5400000" algn="ctr" rotWithShape="0">
                    <a:schemeClr val="accent2">
                      <a:alpha val="40000"/>
                    </a:scheme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署名</a:t>
            </a: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907448" y="1809751"/>
            <a:ext cx="6011908" cy="205921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300" normalizeH="0" baseline="0" noProof="1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13" Type="http://schemas.openxmlformats.org/officeDocument/2006/relationships/image" Target="../media/image1.jpeg"/><Relationship Id="rId3" Type="http://schemas.openxmlformats.org/officeDocument/2006/relationships/tags" Target="../tags/tag1.xml"/><Relationship Id="rId7" Type="http://schemas.openxmlformats.org/officeDocument/2006/relationships/tags" Target="../tags/tag5.xml"/><Relationship Id="rId12" Type="http://schemas.openxmlformats.org/officeDocument/2006/relationships/tags" Target="../tags/tag10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6" Type="http://schemas.openxmlformats.org/officeDocument/2006/relationships/tags" Target="../tags/tag4.xml"/><Relationship Id="rId11" Type="http://schemas.openxmlformats.org/officeDocument/2006/relationships/tags" Target="../tags/tag9.xml"/><Relationship Id="rId5" Type="http://schemas.openxmlformats.org/officeDocument/2006/relationships/tags" Target="../tags/tag3.xml"/><Relationship Id="rId10" Type="http://schemas.openxmlformats.org/officeDocument/2006/relationships/tags" Target="../tags/tag8.xml"/><Relationship Id="rId4" Type="http://schemas.openxmlformats.org/officeDocument/2006/relationships/tags" Target="../tags/tag2.xml"/><Relationship Id="rId9" Type="http://schemas.openxmlformats.org/officeDocument/2006/relationships/tags" Target="../tags/tag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image" Target="../media/image1.jpe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slideLayout" Target="../slideLayouts/slideLayout15.xml"/><Relationship Id="rId21" Type="http://schemas.openxmlformats.org/officeDocument/2006/relationships/tags" Target="../tags/tag4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4.xml"/><Relationship Id="rId17" Type="http://schemas.openxmlformats.org/officeDocument/2006/relationships/tags" Target="../tags/tag41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9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19" Type="http://schemas.openxmlformats.org/officeDocument/2006/relationships/tags" Target="../tags/tag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38.xml"/><Relationship Id="rId22" Type="http://schemas.openxmlformats.org/officeDocument/2006/relationships/tags" Target="../tags/tag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9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6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6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6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6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4"/>
            </p:custDataLst>
          </p:nvPr>
        </p:nvSpPr>
        <p:spPr>
          <a:xfrm>
            <a:off x="0" y="635"/>
            <a:ext cx="12191365" cy="68713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A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3">
            <a:alphaModFix amt="15000"/>
          </a:blip>
          <a:stretch>
            <a:fillRect/>
          </a:stretch>
        </p:blipFill>
        <p:spPr>
          <a:xfrm flipH="1">
            <a:off x="0" y="635"/>
            <a:ext cx="12192000" cy="6871335"/>
          </a:xfrm>
          <a:prstGeom prst="rect">
            <a:avLst/>
          </a:prstGeom>
        </p:spPr>
      </p:pic>
      <p:sp>
        <p:nvSpPr>
          <p:cNvPr id="7" name="平行四边形 6"/>
          <p:cNvSpPr/>
          <p:nvPr>
            <p:custDataLst>
              <p:tags r:id="rId16"/>
            </p:custDataLst>
          </p:nvPr>
        </p:nvSpPr>
        <p:spPr>
          <a:xfrm>
            <a:off x="549275" y="832845"/>
            <a:ext cx="2985770" cy="180325"/>
          </a:xfrm>
          <a:prstGeom prst="parallelogram">
            <a:avLst>
              <a:gd name="adj" fmla="val 38188"/>
            </a:avLst>
          </a:prstGeom>
          <a:gradFill>
            <a:gsLst>
              <a:gs pos="100000">
                <a:schemeClr val="accent1">
                  <a:alpha val="26000"/>
                </a:schemeClr>
              </a:gs>
              <a:gs pos="23000">
                <a:schemeClr val="accent2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buSzTx/>
            </a:pPr>
            <a:r>
              <a:rPr lang="zh-CN" altLang="en-US" dirty="0"/>
              <a:t>单击此处编辑母版文本样式</a:t>
            </a:r>
          </a:p>
          <a:p>
            <a:pPr marR="0" lvl="1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  <a:tabLst>
                <a:tab pos="1609725" algn="l"/>
              </a:tabLst>
            </a:pPr>
            <a:r>
              <a:rPr lang="zh-CN" altLang="en-US" dirty="0"/>
              <a:t>二级</a:t>
            </a:r>
          </a:p>
          <a:p>
            <a:pPr marR="0" lvl="2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三级</a:t>
            </a:r>
          </a:p>
          <a:p>
            <a:pPr marR="0" lvl="3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四级</a:t>
            </a:r>
          </a:p>
          <a:p>
            <a:pPr marR="0" lvl="4">
              <a:spcBef>
                <a:spcPts val="1200"/>
              </a:spcBef>
              <a:spcAft>
                <a:spcPts val="0"/>
              </a:spcAft>
              <a:buClr>
                <a:schemeClr val="accent1">
                  <a:lumMod val="40000"/>
                  <a:lumOff val="60000"/>
                </a:schemeClr>
              </a:buClr>
            </a:pPr>
            <a:r>
              <a:rPr lang="zh-CN" altLang="en-US" dirty="0"/>
              <a:t>五级</a:t>
            </a:r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6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rgbClr val="293642"/>
          </a:solidFill>
          <a:uFillTx/>
          <a:latin typeface="+mj-ea"/>
          <a:ea typeface="+mj-ea"/>
          <a:cs typeface="+mn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800" b="0" i="0" u="none" strike="noStrike" kern="1200" cap="none" spc="150" normalizeH="0" baseline="0" smtClean="0">
          <a:ln>
            <a:noFill/>
            <a:prstDash val="sysDot"/>
          </a:ln>
          <a:solidFill>
            <a:srgbClr val="293642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6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400" b="0" i="0" u="none" strike="noStrike" kern="1200" cap="none" spc="150" normalizeH="0" baseline="0" smtClean="0">
          <a:solidFill>
            <a:srgbClr val="293642"/>
          </a:solidFill>
          <a:uFillTx/>
          <a:latin typeface="+mn-ea"/>
          <a:ea typeface="+mn-ea"/>
          <a:cs typeface="MiSans Heavy" panose="00000A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Layout" Target="../slideLayouts/slideLayout1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2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cxnSp>
        <p:nvCxnSpPr>
          <p:cNvPr id="134" name="直接连接符 133"/>
          <p:cNvCxnSpPr/>
          <p:nvPr>
            <p:custDataLst>
              <p:tags r:id="rId3"/>
            </p:custDataLst>
          </p:nvPr>
        </p:nvCxnSpPr>
        <p:spPr>
          <a:xfrm>
            <a:off x="3071415" y="-635"/>
            <a:ext cx="0" cy="4178935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序号"/>
          <p:cNvSpPr txBox="1"/>
          <p:nvPr>
            <p:custDataLst>
              <p:tags r:id="rId4"/>
            </p:custDataLst>
          </p:nvPr>
        </p:nvSpPr>
        <p:spPr>
          <a:xfrm>
            <a:off x="2959655" y="2869565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02</a:t>
            </a:r>
          </a:p>
        </p:txBody>
      </p:sp>
      <p:sp>
        <p:nvSpPr>
          <p:cNvPr id="133" name="标题"/>
          <p:cNvSpPr txBox="1"/>
          <p:nvPr>
            <p:custDataLst>
              <p:tags r:id="rId5"/>
            </p:custDataLst>
          </p:nvPr>
        </p:nvSpPr>
        <p:spPr>
          <a:xfrm>
            <a:off x="3172460" y="3912899"/>
            <a:ext cx="2005330" cy="14605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6"/>
            </p:custDataLst>
          </p:nvPr>
        </p:nvCxnSpPr>
        <p:spPr>
          <a:xfrm>
            <a:off x="5376385" y="-10471"/>
            <a:ext cx="0" cy="3259455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序号"/>
          <p:cNvSpPr txBox="1"/>
          <p:nvPr>
            <p:custDataLst>
              <p:tags r:id="rId7"/>
            </p:custDataLst>
          </p:nvPr>
        </p:nvSpPr>
        <p:spPr>
          <a:xfrm>
            <a:off x="5264625" y="1940249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03</a:t>
            </a:r>
          </a:p>
        </p:txBody>
      </p:sp>
      <p:sp>
        <p:nvSpPr>
          <p:cNvPr id="26" name="标题"/>
          <p:cNvSpPr txBox="1"/>
          <p:nvPr>
            <p:custDataLst>
              <p:tags r:id="rId8"/>
            </p:custDataLst>
          </p:nvPr>
        </p:nvSpPr>
        <p:spPr>
          <a:xfrm>
            <a:off x="5477510" y="2983894"/>
            <a:ext cx="2005330" cy="14605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9"/>
            </p:custDataLst>
          </p:nvPr>
        </p:nvCxnSpPr>
        <p:spPr>
          <a:xfrm>
            <a:off x="7681355" y="-5715"/>
            <a:ext cx="0" cy="4184015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序号"/>
          <p:cNvSpPr txBox="1"/>
          <p:nvPr>
            <p:custDataLst>
              <p:tags r:id="rId10"/>
            </p:custDataLst>
          </p:nvPr>
        </p:nvSpPr>
        <p:spPr>
          <a:xfrm>
            <a:off x="7569595" y="2869565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04</a:t>
            </a:r>
          </a:p>
        </p:txBody>
      </p:sp>
      <p:sp>
        <p:nvSpPr>
          <p:cNvPr id="32" name="标题"/>
          <p:cNvSpPr txBox="1"/>
          <p:nvPr>
            <p:custDataLst>
              <p:tags r:id="rId11"/>
            </p:custDataLst>
          </p:nvPr>
        </p:nvSpPr>
        <p:spPr>
          <a:xfrm>
            <a:off x="7782560" y="3912899"/>
            <a:ext cx="2005330" cy="14605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2"/>
            </p:custDataLst>
          </p:nvPr>
        </p:nvCxnSpPr>
        <p:spPr>
          <a:xfrm>
            <a:off x="9986326" y="2864"/>
            <a:ext cx="0" cy="324612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序号"/>
          <p:cNvSpPr txBox="1"/>
          <p:nvPr>
            <p:custDataLst>
              <p:tags r:id="rId13"/>
            </p:custDataLst>
          </p:nvPr>
        </p:nvSpPr>
        <p:spPr>
          <a:xfrm>
            <a:off x="9874566" y="1940249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05</a:t>
            </a:r>
          </a:p>
        </p:txBody>
      </p:sp>
      <p:sp>
        <p:nvSpPr>
          <p:cNvPr id="36" name="标题"/>
          <p:cNvSpPr txBox="1"/>
          <p:nvPr>
            <p:custDataLst>
              <p:tags r:id="rId14"/>
            </p:custDataLst>
          </p:nvPr>
        </p:nvSpPr>
        <p:spPr>
          <a:xfrm>
            <a:off x="10086975" y="2983894"/>
            <a:ext cx="2005330" cy="14605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cxnSp>
        <p:nvCxnSpPr>
          <p:cNvPr id="5" name="直接连接符 4"/>
          <p:cNvCxnSpPr/>
          <p:nvPr>
            <p:custDataLst>
              <p:tags r:id="rId15"/>
            </p:custDataLst>
          </p:nvPr>
        </p:nvCxnSpPr>
        <p:spPr>
          <a:xfrm>
            <a:off x="766445" y="-6026"/>
            <a:ext cx="0" cy="3255010"/>
          </a:xfrm>
          <a:prstGeom prst="line">
            <a:avLst/>
          </a:prstGeom>
          <a:ln w="12700">
            <a:solidFill>
              <a:schemeClr val="accent2">
                <a:lumMod val="75000"/>
                <a:alpha val="3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序号"/>
          <p:cNvSpPr txBox="1"/>
          <p:nvPr>
            <p:custDataLst>
              <p:tags r:id="rId16"/>
            </p:custDataLst>
          </p:nvPr>
        </p:nvSpPr>
        <p:spPr>
          <a:xfrm>
            <a:off x="654685" y="1940249"/>
            <a:ext cx="1522730" cy="136271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rmAutofit/>
          </a:bodyPr>
          <a:lstStyle/>
          <a:p>
            <a:pPr algn="l"/>
            <a:r>
              <a:rPr lang="en-US" sz="7200" spc="-100" dirty="0">
                <a:gradFill>
                  <a:gsLst>
                    <a:gs pos="16000">
                      <a:schemeClr val="accent1">
                        <a:alpha val="0"/>
                      </a:schemeClr>
                    </a:gs>
                    <a:gs pos="100000">
                      <a:schemeClr val="accent2"/>
                    </a:gs>
                  </a:gsLst>
                  <a:lin ang="16200000" scaled="0"/>
                </a:gradFill>
                <a:uFillTx/>
                <a:latin typeface="+mj-ea"/>
                <a:ea typeface="+mj-ea"/>
                <a:cs typeface="MiSans Normal" panose="00000500000000000000" charset="-122"/>
              </a:rPr>
              <a:t>01</a:t>
            </a:r>
          </a:p>
        </p:txBody>
      </p:sp>
      <p:sp>
        <p:nvSpPr>
          <p:cNvPr id="10" name="标题"/>
          <p:cNvSpPr txBox="1"/>
          <p:nvPr>
            <p:custDataLst>
              <p:tags r:id="rId17"/>
            </p:custDataLst>
          </p:nvPr>
        </p:nvSpPr>
        <p:spPr>
          <a:xfrm>
            <a:off x="867410" y="2983894"/>
            <a:ext cx="2005330" cy="14605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algn="l"/>
            <a:endParaRPr lang="zh-CN" altLang="en-US" sz="2200" dirty="0">
              <a:solidFill>
                <a:schemeClr val="bg2">
                  <a:lumMod val="25000"/>
                </a:schemeClr>
              </a:solidFill>
              <a:uFillTx/>
              <a:latin typeface="+mj-ea"/>
              <a:ea typeface="+mj-ea"/>
              <a:cs typeface="MiSans Normal" panose="00000500000000000000" charset="-122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8"/>
            </p:custDataLst>
          </p:nvPr>
        </p:nvSpPr>
        <p:spPr>
          <a:xfrm>
            <a:off x="2469712" y="5592687"/>
            <a:ext cx="2036016" cy="288283"/>
          </a:xfrm>
          <a:custGeom>
            <a:avLst/>
            <a:gdLst/>
            <a:ahLst/>
            <a:cxnLst/>
            <a:rect l="l" t="t" r="r" b="b"/>
            <a:pathLst>
              <a:path w="2036016" h="288283">
                <a:moveTo>
                  <a:pt x="398507" y="61321"/>
                </a:moveTo>
                <a:cubicBezTo>
                  <a:pt x="378301" y="61321"/>
                  <a:pt x="362442" y="68605"/>
                  <a:pt x="350930" y="83172"/>
                </a:cubicBezTo>
                <a:cubicBezTo>
                  <a:pt x="339417" y="97739"/>
                  <a:pt x="333661" y="118062"/>
                  <a:pt x="333661" y="144141"/>
                </a:cubicBezTo>
                <a:cubicBezTo>
                  <a:pt x="333661" y="170221"/>
                  <a:pt x="339417" y="190544"/>
                  <a:pt x="350930" y="205111"/>
                </a:cubicBezTo>
                <a:cubicBezTo>
                  <a:pt x="362442" y="219678"/>
                  <a:pt x="378301" y="226961"/>
                  <a:pt x="398507" y="226961"/>
                </a:cubicBezTo>
                <a:cubicBezTo>
                  <a:pt x="418713" y="226961"/>
                  <a:pt x="434572" y="219678"/>
                  <a:pt x="446084" y="205111"/>
                </a:cubicBezTo>
                <a:cubicBezTo>
                  <a:pt x="457597" y="190544"/>
                  <a:pt x="463353" y="170221"/>
                  <a:pt x="463353" y="144141"/>
                </a:cubicBezTo>
                <a:cubicBezTo>
                  <a:pt x="463353" y="118062"/>
                  <a:pt x="457597" y="97739"/>
                  <a:pt x="446084" y="83172"/>
                </a:cubicBezTo>
                <a:cubicBezTo>
                  <a:pt x="434572" y="68605"/>
                  <a:pt x="418713" y="61321"/>
                  <a:pt x="398507" y="61321"/>
                </a:cubicBezTo>
                <a:close/>
                <a:moveTo>
                  <a:pt x="1576216" y="4933"/>
                </a:moveTo>
                <a:lnTo>
                  <a:pt x="1794720" y="4933"/>
                </a:lnTo>
                <a:lnTo>
                  <a:pt x="1794720" y="66255"/>
                </a:lnTo>
                <a:lnTo>
                  <a:pt x="1718243" y="66255"/>
                </a:lnTo>
                <a:lnTo>
                  <a:pt x="1718243" y="283349"/>
                </a:lnTo>
                <a:lnTo>
                  <a:pt x="1652692" y="283349"/>
                </a:lnTo>
                <a:lnTo>
                  <a:pt x="1652692" y="66255"/>
                </a:lnTo>
                <a:lnTo>
                  <a:pt x="1576216" y="66255"/>
                </a:lnTo>
                <a:close/>
                <a:moveTo>
                  <a:pt x="1312678" y="4933"/>
                </a:moveTo>
                <a:lnTo>
                  <a:pt x="1372591" y="4933"/>
                </a:lnTo>
                <a:lnTo>
                  <a:pt x="1479375" y="162820"/>
                </a:lnTo>
                <a:lnTo>
                  <a:pt x="1481490" y="162820"/>
                </a:lnTo>
                <a:lnTo>
                  <a:pt x="1481490" y="4933"/>
                </a:lnTo>
                <a:lnTo>
                  <a:pt x="1547041" y="4933"/>
                </a:lnTo>
                <a:lnTo>
                  <a:pt x="1547041" y="283349"/>
                </a:lnTo>
                <a:lnTo>
                  <a:pt x="1490653" y="283349"/>
                </a:lnTo>
                <a:lnTo>
                  <a:pt x="1380344" y="125463"/>
                </a:lnTo>
                <a:lnTo>
                  <a:pt x="1378230" y="125463"/>
                </a:lnTo>
                <a:lnTo>
                  <a:pt x="1378230" y="283349"/>
                </a:lnTo>
                <a:lnTo>
                  <a:pt x="1312678" y="283349"/>
                </a:lnTo>
                <a:close/>
                <a:moveTo>
                  <a:pt x="1084078" y="4933"/>
                </a:moveTo>
                <a:lnTo>
                  <a:pt x="1273331" y="4933"/>
                </a:lnTo>
                <a:lnTo>
                  <a:pt x="1273331" y="64141"/>
                </a:lnTo>
                <a:lnTo>
                  <a:pt x="1149629" y="64141"/>
                </a:lnTo>
                <a:lnTo>
                  <a:pt x="1149629" y="112776"/>
                </a:lnTo>
                <a:lnTo>
                  <a:pt x="1266635" y="112776"/>
                </a:lnTo>
                <a:lnTo>
                  <a:pt x="1266635" y="171983"/>
                </a:lnTo>
                <a:lnTo>
                  <a:pt x="1149629" y="171983"/>
                </a:lnTo>
                <a:lnTo>
                  <a:pt x="1149629" y="224142"/>
                </a:lnTo>
                <a:lnTo>
                  <a:pt x="1277560" y="224142"/>
                </a:lnTo>
                <a:lnTo>
                  <a:pt x="1277560" y="283349"/>
                </a:lnTo>
                <a:lnTo>
                  <a:pt x="1084078" y="283349"/>
                </a:lnTo>
                <a:close/>
                <a:moveTo>
                  <a:pt x="833266" y="4933"/>
                </a:moveTo>
                <a:lnTo>
                  <a:pt x="1051770" y="4933"/>
                </a:lnTo>
                <a:lnTo>
                  <a:pt x="1051770" y="66255"/>
                </a:lnTo>
                <a:lnTo>
                  <a:pt x="975294" y="66255"/>
                </a:lnTo>
                <a:lnTo>
                  <a:pt x="975294" y="283349"/>
                </a:lnTo>
                <a:lnTo>
                  <a:pt x="909742" y="283349"/>
                </a:lnTo>
                <a:lnTo>
                  <a:pt x="909742" y="66255"/>
                </a:lnTo>
                <a:lnTo>
                  <a:pt x="833266" y="66255"/>
                </a:lnTo>
                <a:close/>
                <a:moveTo>
                  <a:pt x="569729" y="4933"/>
                </a:moveTo>
                <a:lnTo>
                  <a:pt x="629641" y="4933"/>
                </a:lnTo>
                <a:lnTo>
                  <a:pt x="736425" y="162820"/>
                </a:lnTo>
                <a:lnTo>
                  <a:pt x="738540" y="162820"/>
                </a:lnTo>
                <a:lnTo>
                  <a:pt x="738540" y="4933"/>
                </a:lnTo>
                <a:lnTo>
                  <a:pt x="804091" y="4933"/>
                </a:lnTo>
                <a:lnTo>
                  <a:pt x="804091" y="283349"/>
                </a:lnTo>
                <a:lnTo>
                  <a:pt x="747703" y="283349"/>
                </a:lnTo>
                <a:lnTo>
                  <a:pt x="637394" y="125463"/>
                </a:lnTo>
                <a:lnTo>
                  <a:pt x="635280" y="125463"/>
                </a:lnTo>
                <a:lnTo>
                  <a:pt x="635280" y="283349"/>
                </a:lnTo>
                <a:lnTo>
                  <a:pt x="569729" y="283349"/>
                </a:lnTo>
                <a:close/>
                <a:moveTo>
                  <a:pt x="1927822" y="0"/>
                </a:moveTo>
                <a:cubicBezTo>
                  <a:pt x="1978101" y="0"/>
                  <a:pt x="2014166" y="22555"/>
                  <a:pt x="2036016" y="67665"/>
                </a:cubicBezTo>
                <a:lnTo>
                  <a:pt x="1979628" y="93745"/>
                </a:lnTo>
                <a:cubicBezTo>
                  <a:pt x="1973755" y="81292"/>
                  <a:pt x="1966589" y="72423"/>
                  <a:pt x="1958131" y="67137"/>
                </a:cubicBezTo>
                <a:cubicBezTo>
                  <a:pt x="1949672" y="61850"/>
                  <a:pt x="1939334" y="59207"/>
                  <a:pt x="1927117" y="59207"/>
                </a:cubicBezTo>
                <a:cubicBezTo>
                  <a:pt x="1916074" y="59207"/>
                  <a:pt x="1906735" y="61615"/>
                  <a:pt x="1899099" y="66432"/>
                </a:cubicBezTo>
                <a:cubicBezTo>
                  <a:pt x="1891464" y="71248"/>
                  <a:pt x="1887645" y="77298"/>
                  <a:pt x="1887645" y="84582"/>
                </a:cubicBezTo>
                <a:cubicBezTo>
                  <a:pt x="1887645" y="89515"/>
                  <a:pt x="1889114" y="93568"/>
                  <a:pt x="1892051" y="96740"/>
                </a:cubicBezTo>
                <a:cubicBezTo>
                  <a:pt x="1894988" y="99912"/>
                  <a:pt x="1900098" y="103025"/>
                  <a:pt x="1907381" y="106079"/>
                </a:cubicBezTo>
                <a:cubicBezTo>
                  <a:pt x="1914665" y="109134"/>
                  <a:pt x="1925472" y="112541"/>
                  <a:pt x="1939804" y="116300"/>
                </a:cubicBezTo>
                <a:cubicBezTo>
                  <a:pt x="1958365" y="120999"/>
                  <a:pt x="1973990" y="125991"/>
                  <a:pt x="1986677" y="131278"/>
                </a:cubicBezTo>
                <a:cubicBezTo>
                  <a:pt x="1999364" y="136564"/>
                  <a:pt x="2010524" y="144846"/>
                  <a:pt x="2020157" y="156124"/>
                </a:cubicBezTo>
                <a:cubicBezTo>
                  <a:pt x="2029790" y="167401"/>
                  <a:pt x="2034607" y="182438"/>
                  <a:pt x="2034607" y="201234"/>
                </a:cubicBezTo>
                <a:cubicBezTo>
                  <a:pt x="2034607" y="218620"/>
                  <a:pt x="2029908" y="233892"/>
                  <a:pt x="2020510" y="247049"/>
                </a:cubicBezTo>
                <a:cubicBezTo>
                  <a:pt x="2011112" y="260207"/>
                  <a:pt x="1998013" y="270368"/>
                  <a:pt x="1981214" y="277534"/>
                </a:cubicBezTo>
                <a:cubicBezTo>
                  <a:pt x="1964415" y="284700"/>
                  <a:pt x="1945208" y="288283"/>
                  <a:pt x="1923593" y="288283"/>
                </a:cubicBezTo>
                <a:cubicBezTo>
                  <a:pt x="1897043" y="288283"/>
                  <a:pt x="1873960" y="281881"/>
                  <a:pt x="1854341" y="269076"/>
                </a:cubicBezTo>
                <a:cubicBezTo>
                  <a:pt x="1834723" y="256271"/>
                  <a:pt x="1820215" y="239296"/>
                  <a:pt x="1810817" y="218151"/>
                </a:cubicBezTo>
                <a:lnTo>
                  <a:pt x="1867557" y="192424"/>
                </a:lnTo>
                <a:cubicBezTo>
                  <a:pt x="1872256" y="204641"/>
                  <a:pt x="1879540" y="213804"/>
                  <a:pt x="1889408" y="219913"/>
                </a:cubicBezTo>
                <a:cubicBezTo>
                  <a:pt x="1899276" y="226021"/>
                  <a:pt x="1910788" y="229076"/>
                  <a:pt x="1923945" y="229076"/>
                </a:cubicBezTo>
                <a:cubicBezTo>
                  <a:pt x="1937337" y="229076"/>
                  <a:pt x="1947969" y="226903"/>
                  <a:pt x="1955840" y="222556"/>
                </a:cubicBezTo>
                <a:cubicBezTo>
                  <a:pt x="1963711" y="218209"/>
                  <a:pt x="1967646" y="212277"/>
                  <a:pt x="1967646" y="204758"/>
                </a:cubicBezTo>
                <a:cubicBezTo>
                  <a:pt x="1967646" y="199590"/>
                  <a:pt x="1966236" y="195243"/>
                  <a:pt x="1963417" y="191719"/>
                </a:cubicBezTo>
                <a:cubicBezTo>
                  <a:pt x="1960597" y="188194"/>
                  <a:pt x="1955487" y="184846"/>
                  <a:pt x="1948086" y="181675"/>
                </a:cubicBezTo>
                <a:cubicBezTo>
                  <a:pt x="1940685" y="178503"/>
                  <a:pt x="1929936" y="175037"/>
                  <a:pt x="1915840" y="171278"/>
                </a:cubicBezTo>
                <a:cubicBezTo>
                  <a:pt x="1896809" y="166109"/>
                  <a:pt x="1881008" y="160882"/>
                  <a:pt x="1868438" y="155595"/>
                </a:cubicBezTo>
                <a:cubicBezTo>
                  <a:pt x="1855869" y="150309"/>
                  <a:pt x="1844767" y="141968"/>
                  <a:pt x="1835134" y="130573"/>
                </a:cubicBezTo>
                <a:cubicBezTo>
                  <a:pt x="1825501" y="119178"/>
                  <a:pt x="1820685" y="104200"/>
                  <a:pt x="1820685" y="85639"/>
                </a:cubicBezTo>
                <a:cubicBezTo>
                  <a:pt x="1820685" y="69192"/>
                  <a:pt x="1825442" y="54449"/>
                  <a:pt x="1834958" y="41409"/>
                </a:cubicBezTo>
                <a:cubicBezTo>
                  <a:pt x="1844473" y="28370"/>
                  <a:pt x="1857396" y="18208"/>
                  <a:pt x="1873725" y="10925"/>
                </a:cubicBezTo>
                <a:cubicBezTo>
                  <a:pt x="1890054" y="3641"/>
                  <a:pt x="1908086" y="0"/>
                  <a:pt x="1927822" y="0"/>
                </a:cubicBezTo>
                <a:close/>
                <a:moveTo>
                  <a:pt x="398507" y="0"/>
                </a:moveTo>
                <a:cubicBezTo>
                  <a:pt x="425526" y="0"/>
                  <a:pt x="448904" y="5756"/>
                  <a:pt x="468640" y="17268"/>
                </a:cubicBezTo>
                <a:cubicBezTo>
                  <a:pt x="488376" y="28781"/>
                  <a:pt x="503588" y="45345"/>
                  <a:pt x="514279" y="66960"/>
                </a:cubicBezTo>
                <a:cubicBezTo>
                  <a:pt x="524969" y="88576"/>
                  <a:pt x="530314" y="114303"/>
                  <a:pt x="530314" y="144141"/>
                </a:cubicBezTo>
                <a:cubicBezTo>
                  <a:pt x="530314" y="173980"/>
                  <a:pt x="524969" y="199707"/>
                  <a:pt x="514279" y="221322"/>
                </a:cubicBezTo>
                <a:cubicBezTo>
                  <a:pt x="503588" y="242938"/>
                  <a:pt x="488376" y="259502"/>
                  <a:pt x="468640" y="271014"/>
                </a:cubicBezTo>
                <a:cubicBezTo>
                  <a:pt x="448904" y="282527"/>
                  <a:pt x="425526" y="288283"/>
                  <a:pt x="398507" y="288283"/>
                </a:cubicBezTo>
                <a:cubicBezTo>
                  <a:pt x="371488" y="288283"/>
                  <a:pt x="348110" y="282527"/>
                  <a:pt x="328374" y="271014"/>
                </a:cubicBezTo>
                <a:cubicBezTo>
                  <a:pt x="308639" y="259502"/>
                  <a:pt x="293426" y="242938"/>
                  <a:pt x="282735" y="221322"/>
                </a:cubicBezTo>
                <a:cubicBezTo>
                  <a:pt x="272045" y="199707"/>
                  <a:pt x="266700" y="173980"/>
                  <a:pt x="266700" y="144141"/>
                </a:cubicBezTo>
                <a:cubicBezTo>
                  <a:pt x="266700" y="114303"/>
                  <a:pt x="272045" y="88576"/>
                  <a:pt x="282735" y="66960"/>
                </a:cubicBezTo>
                <a:cubicBezTo>
                  <a:pt x="293426" y="45345"/>
                  <a:pt x="308639" y="28781"/>
                  <a:pt x="328374" y="17268"/>
                </a:cubicBezTo>
                <a:cubicBezTo>
                  <a:pt x="348110" y="5756"/>
                  <a:pt x="371488" y="0"/>
                  <a:pt x="398507" y="0"/>
                </a:cubicBezTo>
                <a:close/>
                <a:moveTo>
                  <a:pt x="136741" y="0"/>
                </a:moveTo>
                <a:cubicBezTo>
                  <a:pt x="184906" y="0"/>
                  <a:pt x="220148" y="23612"/>
                  <a:pt x="242469" y="70837"/>
                </a:cubicBezTo>
                <a:lnTo>
                  <a:pt x="184319" y="96212"/>
                </a:lnTo>
                <a:cubicBezTo>
                  <a:pt x="179384" y="84699"/>
                  <a:pt x="172512" y="76006"/>
                  <a:pt x="163701" y="70132"/>
                </a:cubicBezTo>
                <a:cubicBezTo>
                  <a:pt x="154891" y="64258"/>
                  <a:pt x="144612" y="61321"/>
                  <a:pt x="132864" y="61321"/>
                </a:cubicBezTo>
                <a:cubicBezTo>
                  <a:pt x="120177" y="61321"/>
                  <a:pt x="108841" y="64670"/>
                  <a:pt x="98855" y="71366"/>
                </a:cubicBezTo>
                <a:cubicBezTo>
                  <a:pt x="88870" y="78062"/>
                  <a:pt x="81117" y="87577"/>
                  <a:pt x="75595" y="99912"/>
                </a:cubicBezTo>
                <a:cubicBezTo>
                  <a:pt x="70074" y="112247"/>
                  <a:pt x="67313" y="126520"/>
                  <a:pt x="67313" y="142732"/>
                </a:cubicBezTo>
                <a:cubicBezTo>
                  <a:pt x="67313" y="159648"/>
                  <a:pt x="70074" y="174450"/>
                  <a:pt x="75595" y="187137"/>
                </a:cubicBezTo>
                <a:cubicBezTo>
                  <a:pt x="81117" y="199825"/>
                  <a:pt x="88870" y="209634"/>
                  <a:pt x="98855" y="216565"/>
                </a:cubicBezTo>
                <a:cubicBezTo>
                  <a:pt x="108841" y="223496"/>
                  <a:pt x="120177" y="226961"/>
                  <a:pt x="132864" y="226961"/>
                </a:cubicBezTo>
                <a:cubicBezTo>
                  <a:pt x="155184" y="226961"/>
                  <a:pt x="172571" y="215331"/>
                  <a:pt x="185023" y="192071"/>
                </a:cubicBezTo>
                <a:lnTo>
                  <a:pt x="243173" y="217446"/>
                </a:lnTo>
                <a:cubicBezTo>
                  <a:pt x="232601" y="240236"/>
                  <a:pt x="217857" y="257740"/>
                  <a:pt x="198944" y="269957"/>
                </a:cubicBezTo>
                <a:cubicBezTo>
                  <a:pt x="180030" y="282174"/>
                  <a:pt x="158121" y="288283"/>
                  <a:pt x="133217" y="288283"/>
                </a:cubicBezTo>
                <a:cubicBezTo>
                  <a:pt x="107372" y="288283"/>
                  <a:pt x="84347" y="282233"/>
                  <a:pt x="64142" y="270133"/>
                </a:cubicBezTo>
                <a:cubicBezTo>
                  <a:pt x="43936" y="258033"/>
                  <a:pt x="28194" y="240941"/>
                  <a:pt x="16916" y="218855"/>
                </a:cubicBezTo>
                <a:cubicBezTo>
                  <a:pt x="5639" y="196770"/>
                  <a:pt x="0" y="171396"/>
                  <a:pt x="0" y="142732"/>
                </a:cubicBezTo>
                <a:cubicBezTo>
                  <a:pt x="0" y="114538"/>
                  <a:pt x="5698" y="89633"/>
                  <a:pt x="17093" y="68018"/>
                </a:cubicBezTo>
                <a:cubicBezTo>
                  <a:pt x="28488" y="46402"/>
                  <a:pt x="44582" y="29662"/>
                  <a:pt x="65375" y="17797"/>
                </a:cubicBezTo>
                <a:cubicBezTo>
                  <a:pt x="86168" y="5932"/>
                  <a:pt x="109957" y="0"/>
                  <a:pt x="1367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indent="-228600">
              <a:spcAft>
                <a:spcPts val="1000"/>
              </a:spcAft>
            </a:pPr>
            <a:endParaRPr lang="zh-CN" altLang="en-US" sz="2800">
              <a:ln>
                <a:noFill/>
                <a:prstDash val="sysDot"/>
              </a:ln>
              <a:solidFill>
                <a:schemeClr val="accent2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PART ONE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汇报人：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谢谢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TYPE" val="i"/>
  <p:tag name="KSO_WM_UNIT_INDEX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9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9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TEMPLATE_THUMBS_INDEX" val="1、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CONTENT_GROUP_TYPE" val="contentchip"/>
  <p:tag name="KSO_WM_UNIT_TYPE" val="i"/>
  <p:tag name="KSO_WM_UNIT_INDEX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SLIDE_LAYOUT" val="a_b_f"/>
  <p:tag name="KSO_WM_SLIDE_LAYOUT_CNT" val="1_1_1"/>
  <p:tag name="KSO_WM_TEMPLATE_THUMBS_INDEX" val="1、9"/>
  <p:tag name="KSO_WM_SLIDE_CONTENT_AREA" val="{&quot;left&quot;:&quot;54.6&quot;,&quot;top&quot;:&quot;123.65&quot;,&quot;width&quot;:&quot;574.1&quot;,&quot;height&quot;:&quot;305.6&quot;}"/>
  <p:tag name="CP_OUTLINE_TITLE" val="紫藤萝瀑布教学课件"/>
  <p:tag name="CP_OUTLINE_TYPE" val="pt_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2_1*f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92_1*b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添加副标题"/>
  <p:tag name="KSO_WM_UNIT_TEXT_TYPE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1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"/>
  <p:tag name="KSO_WM_UNIT_TEXT_TYPE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5"/>
  <p:tag name="KSO_WM_TEMPLATE_SUBCATEGORY" val="29"/>
  <p:tag name="KSO_WM_TEMPLATE_MASTER_TYPE" val="0"/>
  <p:tag name="KSO_WM_TEMPLATE_COLOR_TYPE" val="0"/>
  <p:tag name="KSO_WM_SLIDE_ITEM_CNT" val="5"/>
  <p:tag name="KSO_WM_SLIDE_INDEX" val="5"/>
  <p:tag name="KSO_WM_TAG_VERSION" val="3.0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  <p:tag name="CP_OUTLINE_TITLE" val="目录"/>
  <p:tag name="CP_OUTLINE_TYPE" val="pt_contents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5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DIAGRAM_GROUP_CODE" val="l1-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5*l_h_i*1_2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292_5*l_h_i*1_2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5*l_h_f*1_2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5*l_h_i*1_3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292_5*l_h_i*1_3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5*l_h_f*1_3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5*l_h_i*1_4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92_5*l_h_i*1_4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5*l_h_f*1_4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5*l_h_i*1_5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5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2"/>
  <p:tag name="KSO_WM_UNIT_ID" val="custom20230292_5*l_h_i*1_5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5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5*l_h_f*1_5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0292_5*l_h_i*1_1_1"/>
  <p:tag name="KSO_WM_TEMPLATE_CATEGORY" val="custom"/>
  <p:tag name="KSO_WM_TEMPLATE_INDEX" val="20230292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6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2"/>
  <p:tag name="KSO_WM_DIAGRAM_COLOR_TEXT_CAN_REMOVE" val="n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292_5*l_h_i*1_1_2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1599999964237213,&quot;transparency&quot;:1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92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92_5*l_h_f*1_1_1"/>
  <p:tag name="KSO_WM_DIAGRAM_VERSION" val="3"/>
  <p:tag name="KSO_WM_DIAGRAM_MAX_ITEMCNT" val="6"/>
  <p:tag name="KSO_WM_DIAGRAM_MIN_ITEMCNT" val="2"/>
  <p:tag name="KSO_WM_DIAGRAM_VIRTUALLY_FRAME" val="{&quot;height&quot;:423.92677165354337,&quot;left&quot;:46.988702392578126,&quot;top&quot;:-0.8244881889763779,&quot;width&quot;:909.72259521484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75,&quot;colorType&quot;:1,&quot;foreColorIndex&quot;:1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2"/>
  <p:tag name="KSO_WM_DIAGRAM_COLOR_TEXT_CAN_REMOVE" val="n"/>
  <p:tag name="KSO_WM_UNIT_SUBTYPE" val="a"/>
  <p:tag name="KSO_WM_UNIT_PRESET_TEXT" val="添加目录文本"/>
  <p:tag name="KSO_WM_UNIT_TEXT_TYP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0292_5*i*1"/>
  <p:tag name="KSO_WM_TEMPLATE_CATEGORY" val="custom"/>
  <p:tag name="KSO_WM_TEMPLATE_INDEX" val="20230292"/>
  <p:tag name="KSO_WM_UNIT_LAYERLEVEL" val="1"/>
  <p:tag name="KSO_WM_TAG_VERSION" val="3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417.6&quot;,&quot;top&quot;:&quot;135.9&quot;,&quot;width&quot;:&quot;496.35&quot;,&quot;height&quot;:&quot;307.35&quot;}"/>
  <p:tag name="CP_OUTLINE_TITLE" val="课文概述"/>
  <p:tag name="CP_OUTLINE_TYPE" val="pt_section_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92_7*e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7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  <p:tag name="KSO_WM_UNIT_PRESET_TEXT" val="单击添加章节标题"/>
  <p:tag name="KSO_WM_UNIT_TEXT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337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diagram"/>
  <p:tag name="KSO_WM_TEMPLATE_INDEX" val="20233337"/>
  <p:tag name="KSO_WM_SLIDE_TYPE" val="text"/>
  <p:tag name="KSO_WM_SLIDE_SUBTYPE" val="diag"/>
  <p:tag name="KSO_WM_SLIDE_SIZE" val="850.483*348.597"/>
  <p:tag name="KSO_WM_SLIDE_POSITION" val="54.8*141.874"/>
  <p:tag name="KSO_WM_SLIDE_LAYOUT" val="a_l"/>
  <p:tag name="KSO_WM_SLIDE_LAYOUT_CNT" val="1_1"/>
  <p:tag name="KSO_WM_SPECIAL_SOURCE" val="bdnull"/>
  <p:tag name="KSO_WM_DIAGRAM_GROUP_CODE" val="l1-1"/>
  <p:tag name="KSO_WM_SLIDE_DIAGTYPE" val="l"/>
  <p:tag name="CP_OUTLINE_TITLE" val="学习目标"/>
  <p:tag name="CP_OUTLINE_TYPE" val="pt_tex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337_2*a*1"/>
  <p:tag name="KSO_WM_TEMPLATE_CATEGORY" val="diagram"/>
  <p:tag name="KSO_WM_TEMPLATE_INDEX" val="2023333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l1-1"/>
  <p:tag name="KSO_WM_UNIT_TYPE" val="a"/>
  <p:tag name="KSO_WM_UNIT_INDEX" val="1"/>
  <p:tag name="KSO_WM_UNIT_TEXT_TYPE" val="1"/>
  <p:tag name="KSO_WM_UNIT_PRESET_TEXT" val="单击此处添加标题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0292"/>
  <p:tag name="KSO_WM_SPECIAL_SOURCE" val="bdnull"/>
  <p:tag name="KSO_WM_SLIDE_ID" val="custom2023029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SLIDE_LAYOUT" val="a_f"/>
  <p:tag name="KSO_WM_SLIDE_LAYOUT_CNT" val="1_1"/>
  <p:tag name="KSO_WM_SLIDE_TYPE" val="endPage"/>
  <p:tag name="KSO_WM_SLIDE_SUBTYPE" val="pureTxt"/>
  <p:tag name="KSO_WM_SLIDE_CONTENT_AREA" val="{&quot;left&quot;:&quot;54.6&quot;,&quot;top&quot;:&quot;123.65&quot;,&quot;width&quot;:&quot;574.1&quot;,&quot;height&quot;:&quot;305.6&quot;}"/>
  <p:tag name="CP_OUTLINE_TITLE" val="谢谢"/>
  <p:tag name="CP_OUTLINE_TYPE" val="pt_en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92_9*f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92_9*a*1"/>
  <p:tag name="KSO_WM_TEMPLATE_CATEGORY" val="custom"/>
  <p:tag name="KSO_WM_TEMPLATE_INDEX" val="20230292"/>
  <p:tag name="KSO_WM_UNIT_LAYERLEVEL" val="1"/>
  <p:tag name="KSO_WM_TAG_VERSION" val="3.0"/>
  <p:tag name="KSO_WM_BEAUTIFY_FLAG" val="#wm#"/>
  <p:tag name="KSO_WM_UNIT_CONTENT_GROUP_TYPE" val="contentchip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">
      <a:dk1>
        <a:srgbClr val="000000"/>
      </a:dk1>
      <a:lt1>
        <a:srgbClr val="FFFFFF"/>
      </a:lt1>
      <a:dk2>
        <a:srgbClr val="003964"/>
      </a:dk2>
      <a:lt2>
        <a:srgbClr val="E8F8FE"/>
      </a:lt2>
      <a:accent1>
        <a:srgbClr val="1DC0FD"/>
      </a:accent1>
      <a:accent2>
        <a:srgbClr val="015BFF"/>
      </a:accent2>
      <a:accent3>
        <a:srgbClr val="22CFD8"/>
      </a:accent3>
      <a:accent4>
        <a:srgbClr val="22B1C4"/>
      </a:accent4>
      <a:accent5>
        <a:srgbClr val="9485FF"/>
      </a:accent5>
      <a:accent6>
        <a:srgbClr val="6F5BFF"/>
      </a:accent6>
      <a:hlink>
        <a:srgbClr val="0563C1"/>
      </a:hlink>
      <a:folHlink>
        <a:srgbClr val="954D72"/>
      </a:folHlink>
    </a:clrScheme>
    <a:fontScheme name="自定义 73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12</Words>
  <Application>Microsoft Macintosh PowerPoint</Application>
  <PresentationFormat>宽屏</PresentationFormat>
  <Paragraphs>10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微软雅黑</vt:lpstr>
      <vt:lpstr>MiSans Heavy</vt:lpstr>
      <vt:lpstr>MiSans Normal</vt:lpstr>
      <vt:lpstr>Arial</vt:lpstr>
      <vt:lpstr>Calibri</vt:lpstr>
      <vt:lpstr>Wingdings</vt:lpstr>
      <vt:lpstr>Office 主题</vt:lpstr>
      <vt:lpstr>1_Office 主题</vt:lpstr>
      <vt:lpstr>2_Office 主题</vt:lpstr>
      <vt:lpstr>3_Office 主题</vt:lpstr>
      <vt:lpstr>PowerPoint 演示文稿</vt:lpstr>
      <vt:lpstr>目录</vt:lpstr>
      <vt:lpstr>概述</vt:lpstr>
      <vt:lpstr>PowerPoint 演示文稿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紫藤萝瀑布教学课件</dc:title>
  <dc:creator/>
  <cp:lastModifiedBy>建圣 王</cp:lastModifiedBy>
  <cp:revision>14</cp:revision>
  <dcterms:created xsi:type="dcterms:W3CDTF">2025-03-27T01:35:44Z</dcterms:created>
  <dcterms:modified xsi:type="dcterms:W3CDTF">2026-01-24T06:54:59Z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B75C98F4C40948689CB49D1002CA5FAC</vt:lpwstr>
  </property>
</Properties>
</file>